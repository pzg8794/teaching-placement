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457200"/>
            <a:ext cx="11384280" cy="5897880"/>
          </a:xfrm>
          <a:prstGeom prst="roundRect">
            <a:avLst/>
          </a:prstGeom>
          <a:solidFill>
            <a:srgbClr val="E6F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6144768"/>
            <a:ext cx="1101852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658368"/>
            <a:ext cx="11018520" cy="73152"/>
          </a:xfrm>
          <a:prstGeom prst="rect">
            <a:avLst/>
          </a:prstGeom>
          <a:solidFill>
            <a:srgbClr val="99F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05156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1F2937"/>
                </a:solidFill>
                <a:latin typeface="Arial"/>
              </a:rPr>
              <a:t>Lesson 2-3: Build, Check, Finish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34E4A"/>
                </a:solidFill>
                <a:latin typeface="Arial"/>
              </a:rPr>
              <a:t>Wrap up the AI project in 4 simple steps.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2971800"/>
            <a:ext cx="2148840" cy="960120"/>
          </a:xfrm>
          <a:prstGeom prst="roundRect">
            <a:avLst/>
          </a:prstGeom>
          <a:solidFill>
            <a:srgbClr val="FDE68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20040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F2937"/>
                </a:solidFill>
                <a:latin typeface="Arial"/>
              </a:rPr>
              <a:t>1 Recover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9039" y="2971800"/>
            <a:ext cx="2148840" cy="96012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39" y="320040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F2937"/>
                </a:solidFill>
                <a:latin typeface="Arial"/>
              </a:rPr>
              <a:t>2 Build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2971800"/>
            <a:ext cx="2148840" cy="96012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20040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F2937"/>
                </a:solidFill>
                <a:latin typeface="Arial"/>
              </a:rPr>
              <a:t>3 Check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971800"/>
            <a:ext cx="2148840" cy="960120"/>
          </a:xfrm>
          <a:prstGeom prst="roundRect">
            <a:avLst/>
          </a:prstGeom>
          <a:solidFill>
            <a:srgbClr val="FDE68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320040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F2937"/>
                </a:solidFill>
                <a:latin typeface="Arial"/>
              </a:rPr>
              <a:t>4 Finish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572000"/>
            <a:ext cx="103327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34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718304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34E4A"/>
                </a:solidFill>
                <a:latin typeface="Arial"/>
              </a:rPr>
              <a:t>Big idea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5230368"/>
            <a:ext cx="96926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F2937"/>
                </a:solidFill>
                <a:latin typeface="Arial"/>
              </a:rPr>
              <a:t>AI can help us finish, but we make the choices.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F2937"/>
                </a:solidFill>
                <a:latin typeface="Arial"/>
              </a:rPr>
              <a:t>Today You Need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143000"/>
            <a:ext cx="10515600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34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289304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34E4A"/>
                </a:solidFill>
                <a:latin typeface="Arial"/>
              </a:rPr>
              <a:t>By the end, you should have: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9875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766E"/>
                </a:solidFill>
                <a:latin typeface="Arial"/>
              </a:rPr>
              <a:t>&gt; </a:t>
            </a:r>
            <a:r>
              <a:rPr sz="2800">
                <a:solidFill>
                  <a:srgbClr val="1F2937"/>
                </a:solidFill>
                <a:latin typeface="Arial"/>
              </a:rPr>
              <a:t>a topic</a:t>
            </a:r>
          </a:p>
          <a:p>
            <a:pPr algn="l"/>
            <a:r>
              <a:rPr sz="2800" b="1">
                <a:solidFill>
                  <a:srgbClr val="0F766E"/>
                </a:solidFill>
                <a:latin typeface="Arial"/>
              </a:rPr>
              <a:t>&gt; </a:t>
            </a:r>
            <a:r>
              <a:rPr sz="2800">
                <a:solidFill>
                  <a:srgbClr val="1F2937"/>
                </a:solidFill>
                <a:latin typeface="Arial"/>
              </a:rPr>
              <a:t>3 project parts or slides</a:t>
            </a:r>
          </a:p>
          <a:p>
            <a:pPr algn="l"/>
            <a:r>
              <a:rPr sz="2800" b="1">
                <a:solidFill>
                  <a:srgbClr val="0F766E"/>
                </a:solidFill>
                <a:latin typeface="Arial"/>
              </a:rPr>
              <a:t>&gt; </a:t>
            </a:r>
            <a:r>
              <a:rPr sz="2800">
                <a:solidFill>
                  <a:srgbClr val="1F2937"/>
                </a:solidFill>
                <a:latin typeface="Arial"/>
              </a:rPr>
              <a:t>one AI check</a:t>
            </a:r>
          </a:p>
          <a:p>
            <a:pPr algn="l"/>
            <a:r>
              <a:rPr sz="2800" b="1">
                <a:solidFill>
                  <a:srgbClr val="0F766E"/>
                </a:solidFill>
                <a:latin typeface="Arial"/>
              </a:rPr>
              <a:t>&gt; </a:t>
            </a:r>
            <a:r>
              <a:rPr sz="2800">
                <a:solidFill>
                  <a:srgbClr val="1F2937"/>
                </a:solidFill>
                <a:latin typeface="Arial"/>
              </a:rPr>
              <a:t>one final reflection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34E4A"/>
                </a:solidFill>
                <a:latin typeface="Arial"/>
              </a:rPr>
              <a:t>Build first. Check second. Finish third.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F2937"/>
                </a:solidFill>
                <a:latin typeface="Arial"/>
              </a:rPr>
              <a:t>Step 1: Recover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143000"/>
            <a:ext cx="10515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34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289304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34E4A"/>
                </a:solidFill>
                <a:latin typeface="Arial"/>
              </a:rPr>
              <a:t>If you already have a topic and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801368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1F2937"/>
                </a:solidFill>
                <a:latin typeface="Arial"/>
              </a:rPr>
              <a:t>Go straight to Step 2.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651760"/>
            <a:ext cx="1051560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34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798064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34E4A"/>
                </a:solidFill>
                <a:latin typeface="Arial"/>
              </a:rPr>
              <a:t>If you are missing your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310128"/>
            <a:ext cx="98755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F2937"/>
                </a:solidFill>
                <a:latin typeface="Arial"/>
              </a:rPr>
              <a:t/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575304"/>
            <a:ext cx="960120" cy="384048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6118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34E4A"/>
                </a:solidFill>
                <a:latin typeface="Arial"/>
              </a:rPr>
              <a:t>Copy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584448"/>
            <a:ext cx="9646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F2937"/>
                </a:solidFill>
                <a:latin typeface="Courier New"/>
              </a:rPr>
              <a:t>My topic is ____. Help me make a simple project guide with 3 parts. Each part should be short and connected to computer science.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218688"/>
            <a:ext cx="9646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34E4A"/>
                </a:solidFill>
                <a:latin typeface="Arial"/>
              </a:rPr>
              <a:t>Recover prompt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F2937"/>
                </a:solidFill>
                <a:latin typeface="Arial"/>
              </a:rPr>
              <a:t>Step 2: Build One Slide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143000"/>
            <a:ext cx="1051560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34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289304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34E4A"/>
                </a:solidFill>
                <a:latin typeface="Arial"/>
              </a:rPr>
              <a:t>Use this for each part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801368"/>
            <a:ext cx="987552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F2937"/>
                </a:solidFill>
                <a:latin typeface="Arial"/>
              </a:rPr>
              <a:t/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20824"/>
            <a:ext cx="960120" cy="384048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574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34E4A"/>
                </a:solidFill>
                <a:latin typeface="Arial"/>
              </a:rPr>
              <a:t>Copy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029968"/>
            <a:ext cx="9646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F2937"/>
                </a:solidFill>
                <a:latin typeface="Courier New"/>
              </a:rPr>
              <a:t>My topic is ____. Part __ of my guide is ____. Give me 3 short bullet notes I can use on one slide. Keep it clear for Grade 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664208"/>
            <a:ext cx="9646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34E4A"/>
                </a:solidFill>
                <a:latin typeface="Arial"/>
              </a:rPr>
              <a:t>Build prompt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709160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34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855464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34E4A"/>
                </a:solidFill>
                <a:latin typeface="Arial"/>
              </a:rPr>
              <a:t>Build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5367528"/>
            <a:ext cx="98755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F2937"/>
                </a:solidFill>
                <a:latin typeface="Arial"/>
              </a:rPr>
              <a:t>Use the notes to make your own slide. Read first, then decide.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F2937"/>
                </a:solidFill>
                <a:latin typeface="Arial"/>
              </a:rPr>
              <a:t>Simple Example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88720"/>
            <a:ext cx="544068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34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35024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34E4A"/>
                </a:solidFill>
                <a:latin typeface="Arial"/>
              </a:rPr>
              <a:t>Topic and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47088"/>
            <a:ext cx="4800600" cy="342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F2937"/>
                </a:solidFill>
                <a:latin typeface="Arial"/>
              </a:rPr>
              <a:t>Topic: robots help animals
Part 1: what robots are
Part 2: how robots help
Part 3: why it matters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188720"/>
            <a:ext cx="516636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34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335024"/>
            <a:ext cx="4709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34E4A"/>
                </a:solidFill>
                <a:latin typeface="Arial"/>
              </a:rPr>
              <a:t>One slide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847088"/>
            <a:ext cx="4526280" cy="342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F2937"/>
                </a:solidFill>
                <a:latin typeface="Arial"/>
              </a:rPr>
              <a:t>Title: How robots help
Robots can use sensors.
Robots can follow code.
Robots can do jobs safely.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F2937"/>
                </a:solidFill>
                <a:latin typeface="Arial"/>
              </a:rPr>
              <a:t>Step 3: Check Your Project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143000"/>
            <a:ext cx="1051560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34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289304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34E4A"/>
                </a:solidFill>
                <a:latin typeface="Arial"/>
              </a:rPr>
              <a:t>Use this after you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801368"/>
            <a:ext cx="9875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F2937"/>
                </a:solidFill>
                <a:latin typeface="Arial"/>
              </a:rPr>
              <a:t/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75104"/>
            <a:ext cx="960120" cy="384048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34E4A"/>
                </a:solidFill>
                <a:latin typeface="Arial"/>
              </a:rPr>
              <a:t>Copy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984248"/>
            <a:ext cx="9646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F2937"/>
                </a:solidFill>
                <a:latin typeface="Courier New"/>
              </a:rPr>
              <a:t>My topic is ____. My guide is ____. Here is my project text: ____. Tell me what matches, what is missing, and what I should fix first.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618488"/>
            <a:ext cx="9646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34E4A"/>
                </a:solidFill>
                <a:latin typeface="Arial"/>
              </a:rPr>
              <a:t>Check prompt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800600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34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946904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34E4A"/>
                </a:solidFill>
                <a:latin typeface="Arial"/>
              </a:rPr>
              <a:t>Check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5458968"/>
            <a:ext cx="98755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0">
                <a:solidFill>
                  <a:srgbClr val="1F2937"/>
                </a:solidFill>
                <a:latin typeface="Arial"/>
              </a:rPr>
              <a:t>Fix one thing first. Keep it simple.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F2937"/>
                </a:solidFill>
                <a:latin typeface="Arial"/>
              </a:rPr>
              <a:t>Step 4: Finish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143000"/>
            <a:ext cx="1051560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34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289304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34E4A"/>
                </a:solidFill>
                <a:latin typeface="Arial"/>
              </a:rPr>
              <a:t>Add your final reflection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801368"/>
            <a:ext cx="9875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F2937"/>
                </a:solidFill>
                <a:latin typeface="Arial"/>
              </a:rPr>
              <a:t/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20824"/>
            <a:ext cx="960120" cy="384048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574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34E4A"/>
                </a:solidFill>
                <a:latin typeface="Arial"/>
              </a:rPr>
              <a:t>Copy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029968"/>
            <a:ext cx="9646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F2937"/>
                </a:solidFill>
                <a:latin typeface="Courier New"/>
              </a:rPr>
              <a:t>Help me write a short final reflection. I used AI to ____. I made my own choices by ____. Keep it 2 sentences.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664208"/>
            <a:ext cx="9646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34E4A"/>
                </a:solidFill>
                <a:latin typeface="Arial"/>
              </a:rPr>
              <a:t>Finish prompt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572000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34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718304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34E4A"/>
                </a:solidFill>
                <a:latin typeface="Arial"/>
              </a:rPr>
              <a:t>Finish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5230368"/>
            <a:ext cx="98755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F2937"/>
                </a:solidFill>
                <a:latin typeface="Arial"/>
              </a:rPr>
              <a:t>Your reflection should sound like you.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F2937"/>
                </a:solidFill>
                <a:latin typeface="Arial"/>
              </a:rPr>
              <a:t>Before You Turn It 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143000"/>
            <a:ext cx="1051560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34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289304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34E4A"/>
                </a:solidFill>
                <a:latin typeface="Arial"/>
              </a:rPr>
              <a:t>Final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9875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F766E"/>
                </a:solidFill>
                <a:latin typeface="Arial"/>
              </a:rPr>
              <a:t>&gt; </a:t>
            </a:r>
            <a:r>
              <a:rPr sz="2700">
                <a:solidFill>
                  <a:srgbClr val="1F2937"/>
                </a:solidFill>
                <a:latin typeface="Arial"/>
              </a:rPr>
              <a:t>My topic is clear.</a:t>
            </a:r>
          </a:p>
          <a:p>
            <a:pPr algn="l"/>
            <a:r>
              <a:rPr sz="2700" b="1">
                <a:solidFill>
                  <a:srgbClr val="0F766E"/>
                </a:solidFill>
                <a:latin typeface="Arial"/>
              </a:rPr>
              <a:t>&gt; </a:t>
            </a:r>
            <a:r>
              <a:rPr sz="2700">
                <a:solidFill>
                  <a:srgbClr val="1F2937"/>
                </a:solidFill>
                <a:latin typeface="Arial"/>
              </a:rPr>
              <a:t>I have 3 parts or slides.</a:t>
            </a:r>
          </a:p>
          <a:p>
            <a:pPr algn="l"/>
            <a:r>
              <a:rPr sz="2700" b="1">
                <a:solidFill>
                  <a:srgbClr val="0F766E"/>
                </a:solidFill>
                <a:latin typeface="Arial"/>
              </a:rPr>
              <a:t>&gt; </a:t>
            </a:r>
            <a:r>
              <a:rPr sz="2700">
                <a:solidFill>
                  <a:srgbClr val="1F2937"/>
                </a:solidFill>
                <a:latin typeface="Arial"/>
              </a:rPr>
              <a:t>I checked my project with AI.</a:t>
            </a:r>
          </a:p>
          <a:p>
            <a:pPr algn="l"/>
            <a:r>
              <a:rPr sz="2700" b="1">
                <a:solidFill>
                  <a:srgbClr val="0F766E"/>
                </a:solidFill>
                <a:latin typeface="Arial"/>
              </a:rPr>
              <a:t>&gt; </a:t>
            </a:r>
            <a:r>
              <a:rPr sz="2700">
                <a:solidFill>
                  <a:srgbClr val="1F2937"/>
                </a:solidFill>
                <a:latin typeface="Arial"/>
              </a:rPr>
              <a:t>I fixed one thing.</a:t>
            </a:r>
          </a:p>
          <a:p>
            <a:pPr algn="l"/>
            <a:r>
              <a:rPr sz="2700" b="1">
                <a:solidFill>
                  <a:srgbClr val="0F766E"/>
                </a:solidFill>
                <a:latin typeface="Arial"/>
              </a:rPr>
              <a:t>&gt; </a:t>
            </a:r>
            <a:r>
              <a:rPr sz="2700">
                <a:solidFill>
                  <a:srgbClr val="1F2937"/>
                </a:solidFill>
                <a:latin typeface="Arial"/>
              </a:rPr>
              <a:t>I wrote my reflection.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F2937"/>
                </a:solidFill>
                <a:latin typeface="Arial"/>
              </a:rPr>
              <a:t>Exit Ticket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143000"/>
            <a:ext cx="10515600" cy="37490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34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289304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34E4A"/>
                </a:solidFill>
                <a:latin typeface="Arial"/>
              </a:rPr>
              <a:t>Answer before you leave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9875520" cy="3063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F766E"/>
                </a:solidFill>
                <a:latin typeface="Arial"/>
              </a:rPr>
              <a:t>&gt; </a:t>
            </a:r>
            <a:r>
              <a:rPr sz="2700">
                <a:solidFill>
                  <a:srgbClr val="1F2937"/>
                </a:solidFill>
                <a:latin typeface="Arial"/>
              </a:rPr>
              <a:t>What did you finish?</a:t>
            </a:r>
          </a:p>
          <a:p>
            <a:pPr algn="l"/>
            <a:r>
              <a:rPr sz="2700" b="1">
                <a:solidFill>
                  <a:srgbClr val="0F766E"/>
                </a:solidFill>
                <a:latin typeface="Arial"/>
              </a:rPr>
              <a:t>&gt; </a:t>
            </a:r>
            <a:r>
              <a:rPr sz="2700">
                <a:solidFill>
                  <a:srgbClr val="1F2937"/>
                </a:solidFill>
                <a:latin typeface="Arial"/>
              </a:rPr>
              <a:t>What did AI help with?</a:t>
            </a:r>
          </a:p>
          <a:p>
            <a:pPr algn="l"/>
            <a:r>
              <a:rPr sz="2700" b="1">
                <a:solidFill>
                  <a:srgbClr val="0F766E"/>
                </a:solidFill>
                <a:latin typeface="Arial"/>
              </a:rPr>
              <a:t>&gt; </a:t>
            </a:r>
            <a:r>
              <a:rPr sz="2700">
                <a:solidFill>
                  <a:srgbClr val="1F2937"/>
                </a:solidFill>
                <a:latin typeface="Arial"/>
              </a:rPr>
              <a:t>What did you decide yourself?</a:t>
            </a:r>
          </a:p>
          <a:p>
            <a:pPr algn="l"/>
            <a:r>
              <a:rPr sz="2700" b="1">
                <a:solidFill>
                  <a:srgbClr val="0F766E"/>
                </a:solidFill>
                <a:latin typeface="Arial"/>
              </a:rPr>
              <a:t>&gt; </a:t>
            </a:r>
            <a:r>
              <a:rPr sz="2700">
                <a:solidFill>
                  <a:srgbClr val="1F2937"/>
                </a:solidFill>
                <a:latin typeface="Arial"/>
              </a:rPr>
              <a:t>What would you improve next time?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34E4A"/>
                </a:solidFill>
                <a:latin typeface="Arial"/>
              </a:rPr>
              <a:t>Save your work before you close your Chromebook.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
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201400" cy="5852160"/>
          </a:xfrm>
          <a:prstGeom prst="roundRect">
            <a:avLst/>
          </a:prstGeom>
          <a:solidFill>
            <a:srgbClr val="E6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201400" cy="73152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201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Arial"/>
              </a:rPr>
              <a:t>Lesson 1: Brainstorm and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34E4A"/>
                </a:solidFill>
                <a:latin typeface="Arial"/>
              </a:rPr>
              <a:t>Pick a topic. Check it. Plan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6217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2937"/>
                </a:solidFill>
                <a:latin typeface="Arial"/>
              </a:rPr>
              <a:t>AI helps us think. We stay in charge.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1874519" cy="7772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1
Idea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520440"/>
            <a:ext cx="1874519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2
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3520440"/>
            <a:ext cx="1874519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3
Guide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25880"/>
            <a:ext cx="3383280" cy="3931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169164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4297680"/>
            <a:ext cx="2194560" cy="502920"/>
          </a:xfrm>
          <a:prstGeom prst="roundRect">
            <a:avLst/>
          </a:prstGeom>
          <a:solidFill>
            <a:srgbClr val="99F6E4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topic +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Today's 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By the end of Lesson 1, I will have: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topic I care about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reason it connects to computer science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project type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 guide with 3 to 5 parts, sections, or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51960"/>
            <a:ext cx="2926080" cy="64008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251960"/>
            <a:ext cx="2926080" cy="640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CS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251960"/>
            <a:ext cx="2926080" cy="6400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Our AI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Do not type names or private information.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AI is a helper, not the boss.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AI can be wrong.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We choose what to keep or change.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The teacher can see class AI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234440"/>
            <a:ext cx="38404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3200400" cy="7315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Keep school rules in the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880360"/>
            <a:ext cx="320040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Read the answer.
Think. Then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343400"/>
            <a:ext cx="3200400" cy="7315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Never copy without 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Use the Right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Idea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Start here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Get possible topic ideas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Connect your interests to 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371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Use after you have an idea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Check the CS connection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Make the topic smaller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Build a guide with 3 to 5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Idea Generator first. AI Assistant second.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Our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2514600" cy="14173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1
Pick an interest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600200"/>
            <a:ext cx="2514600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2
Use Idea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2514600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3
Use AI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514600" cy="14173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4
Record your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10972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>You do not need a finished project today. You need a strong topic and a strong guide.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Prompt Cards: Idea Generator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Idea Generator for topic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rial"/>
              </a:rPr>
              <a:t>▶ </a:t>
            </a:r>
            <a:r>
              <a:rPr sz="2000" b="0">
                <a:solidFill>
                  <a:srgbClr val="1F2937"/>
                </a:solidFill>
                <a:latin typeface="Arial"/>
              </a:rPr>
              <a:t>My interest is ____. Give me 4 computer-science project ideas for grades 4-5.</a:t>
            </a:r>
          </a:p>
          <a:p>
            <a:pPr algn="l"/>
            <a:r>
              <a:rPr sz="2000" b="1">
                <a:solidFill>
                  <a:srgbClr val="0F766E"/>
                </a:solidFill>
                <a:latin typeface="Arial"/>
              </a:rPr>
              <a:t>▶ </a:t>
            </a:r>
            <a:r>
              <a:rPr sz="2000" b="0">
                <a:solidFill>
                  <a:srgbClr val="1F2937"/>
                </a:solidFill>
                <a:latin typeface="Arial"/>
              </a:rPr>
              <a:t>Help me turn my interest in ____ into a computer-science project topic.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Pick 1 or 2 ideas worth checking.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Prompt Cards: AI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AI Assistant for checking and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Is this really connected to computer science? Explain how.</a:t>
            </a:r>
          </a:p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Help me make it smaller and clearer for a short project.</a:t>
            </a:r>
          </a:p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Give me a high-level guide with 3 to 5 parts, sections, or questions I could use for my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Choose a guide you agree with.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What Not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read the answer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check if it fits your goal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pick the parts you agree with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ask for a better version if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Do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574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copy the whole answer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accept the first answer right away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keep a topic that is too long/complex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choose a topic with no CS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What Goes on Your Planning Sheet?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topic: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CS connection: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project type: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guide with 3 to 5 parts, sections, or questions: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61188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49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Optional AI 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My topic is ____. My interest is ____. Help me fill out my planning sheet in the right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54880"/>
            <a:ext cx="11155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Teacher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Before Lesson 2, your topic and guide must be approved.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If You Get Stuck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6400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Troubleshoot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Name the problem.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Try one small change.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Use the matching prompt.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Read the answer. Keep only what helps you.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Ask your partner or teacher.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25880"/>
            <a:ext cx="4663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630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Problem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74519"/>
            <a:ext cx="4023360" cy="5029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431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No topic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514600"/>
            <a:ext cx="402336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5831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Too big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154680"/>
            <a:ext cx="402336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2232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Too 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794760"/>
            <a:ext cx="4023360" cy="50292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8633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Don't like ideas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434840"/>
            <a:ext cx="402336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5034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Not sure it is 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If You Get Stuck: Copy-Paste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Copy one prompt and try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874519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No topic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know what topic to choose yet. My interests are: ____. Give me 8 different computer-science project topic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4747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6118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Still stuck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know what I like yet. Ask me 5 quick questions. Then give me 6 topic ideas connected to computer science.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2120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Too big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4864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My topic is ____. It feels too big or too complex. Help me make it smaller. Give me 3 smaller topic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Too 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860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My topic is ____. It feels too simple. Help me make it more interesting (but still doable). Give me 3 upgraded topic versions.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747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Don't like ideas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86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like these ideas: ____. Ask me 3 questions. Then give me 8 new topic ideas. Do NOT repeat the old ideas.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Ready for Lesson 2?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332720" cy="7315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have one topic.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7315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can explain the CS 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10332720" cy="7315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have a guide with 3 to 5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10332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Quick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F2937"/>
                </a:solidFill>
                <a:latin typeface="Arial"/>
              </a:rPr>
              <a:t>My topic is…  My project will be…  My guide will help me by…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
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sson1-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sson1-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sson1-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sson1-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sson1-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sson1-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sson1-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sson1-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sson1-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sson1-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sson1-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esson1-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
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lesson1-prompt-cards-copy.html#ig1" TargetMode="External" /><Relationship Id="rId3" Type="http://schemas.openxmlformats.org/officeDocument/2006/relationships/hyperlink" Target="lesson1-prompt-cards-copy.html#ig1" TargetMode="External" /><Relationship Id="rId4" Type="http://schemas.openxmlformats.org/officeDocument/2006/relationships/hyperlink" Target="lesson1-prompt-cards-copy.html#ig2" TargetMode="External" /><Relationship Id="rId5" Type="http://schemas.openxmlformats.org/officeDocument/2006/relationships/hyperlink" Target="lesson1-prompt-cards-copy.html#ig2" TargetMode="External" /><Relationship Id="rId6" Type="http://schemas.openxmlformats.org/officeDocument/2006/relationships/hyperlink" Target="lesson1-prompt-cards-copy.html#aa1" TargetMode="External" /><Relationship Id="rId7" Type="http://schemas.openxmlformats.org/officeDocument/2006/relationships/hyperlink" Target="lesson1-prompt-cards-copy.html#aa1" TargetMode="External" /><Relationship Id="rId8" Type="http://schemas.openxmlformats.org/officeDocument/2006/relationships/hyperlink" Target="lesson1-prompt-cards-copy.html#aa2" TargetMode="External" /><Relationship Id="rId9" Type="http://schemas.openxmlformats.org/officeDocument/2006/relationships/hyperlink" Target="lesson1-prompt-cards-copy.html#aa2" TargetMode="External" /><Relationship Id="rId10" Type="http://schemas.openxmlformats.org/officeDocument/2006/relationships/hyperlink" Target="lesson1-prompt-cards-copy.html#aa3" TargetMode="External" /><Relationship Id="rId11" Type="http://schemas.openxmlformats.org/officeDocument/2006/relationships/hyperlink" Target="lesson1-prompt-cards-copy.html#aa3" TargetMode="External" /><Relationship Id="rId12" Type="http://schemas.openxmlformats.org/officeDocument/2006/relationships/hyperlink" Target="lesson1-prompt-cards-copy.html#ps1" TargetMode="External" /><Relationship Id="rId13" Type="http://schemas.openxmlformats.org/officeDocument/2006/relationships/hyperlink" Target="lesson1-prompt-cards-copy.html#ps1" TargetMode="External" /><Relationship Id="rId14" Type="http://schemas.openxmlformats.org/officeDocument/2006/relationships/hyperlink" Target="lesson1-prompt-cards-copy.html#ts1" TargetMode="External" /><Relationship Id="rId15" Type="http://schemas.openxmlformats.org/officeDocument/2006/relationships/hyperlink" Target="lesson1-prompt-cards-copy.html#ts1" TargetMode="External" /><Relationship Id="rId16" Type="http://schemas.openxmlformats.org/officeDocument/2006/relationships/hyperlink" Target="lesson1-prompt-cards-copy.html#ts2" TargetMode="External" /><Relationship Id="rId17" Type="http://schemas.openxmlformats.org/officeDocument/2006/relationships/hyperlink" Target="lesson1-prompt-cards-copy.html#ts2" TargetMode="External" /><Relationship Id="rId18" Type="http://schemas.openxmlformats.org/officeDocument/2006/relationships/hyperlink" Target="lesson1-prompt-cards-copy.html#ts3" TargetMode="External" /><Relationship Id="rId19" Type="http://schemas.openxmlformats.org/officeDocument/2006/relationships/hyperlink" Target="lesson1-prompt-cards-copy.html#ts3" TargetMode="External" /><Relationship Id="rId20" Type="http://schemas.openxmlformats.org/officeDocument/2006/relationships/hyperlink" Target="lesson1-prompt-cards-copy.html#ts4" TargetMode="External" /><Relationship Id="rId21" Type="http://schemas.openxmlformats.org/officeDocument/2006/relationships/hyperlink" Target="lesson1-prompt-cards-copy.html#ts4" TargetMode="External" /><Relationship Id="rId22" Type="http://schemas.openxmlformats.org/officeDocument/2006/relationships/hyperlink" Target="lesson1-prompt-cards-copy.html#ts5" TargetMode="External" /><Relationship Id="rId23" Type="http://schemas.openxmlformats.org/officeDocument/2006/relationships/hyperlink" Target="lesson1-prompt-cards-copy.html#ts5" TargetMode="External" /><Relationship Id="rId24" Type="http://schemas.openxmlformats.org/officeDocument/2006/relationships/hyperlink" Target="lesson1-prompt-cards-copy.html#aa1" TargetMode="External" /><Relationship Id="rId25" Type="http://schemas.openxmlformats.org/officeDocument/2006/relationships/hyperlink" Target="lesson1-prompt-cards-copy.html#aa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Lesson 1: Brainstorm and Plan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MagicSchool Student Project Guide</a:t>
            </a:r>
            <a:br/>
            <a:br/>
            <a:r>
              <a:rPr/>
              <a:t>Pine Brook IGNITE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Spring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Lesson 1: Brainstorm and Plan</a:t>
            </a:r>
          </a:p>
          <a:p>
            <a:pPr lvl="0" indent="0" marL="0">
              <a:buNone/>
            </a:pPr>
            <a:r>
              <a:rPr/>
              <a:t>Pick a topic. Check it. Plan 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Mission</a:t>
            </a:r>
          </a:p>
          <a:p>
            <a:pPr lvl="0" indent="0" marL="0">
              <a:buNone/>
            </a:pPr>
            <a:r>
              <a:rPr/>
              <a:t>By the end of Lesson 1, I will have:</a:t>
            </a:r>
          </a:p>
          <a:p>
            <a:pPr lvl="0"/>
            <a:r>
              <a:rPr/>
              <a:t>one topic I care about</a:t>
            </a:r>
          </a:p>
          <a:p>
            <a:pPr lvl="0"/>
            <a:r>
              <a:rPr/>
              <a:t>one reason it connects to computer science</a:t>
            </a:r>
          </a:p>
          <a:p>
            <a:pPr lvl="0"/>
            <a:r>
              <a:rPr/>
              <a:t>one project type</a:t>
            </a:r>
          </a:p>
          <a:p>
            <a:pPr lvl="0"/>
            <a:r>
              <a:rPr/>
              <a:t>a guide with 3 to 5 parts, sections, or questions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AI Rules</a:t>
            </a:r>
          </a:p>
          <a:p>
            <a:pPr lvl="0"/>
            <a:r>
              <a:rPr/>
              <a:t>Do not type names or private information.</a:t>
            </a:r>
          </a:p>
          <a:p>
            <a:pPr lvl="0"/>
            <a:r>
              <a:rPr/>
              <a:t>AI is a helper, not the boss.</a:t>
            </a:r>
          </a:p>
          <a:p>
            <a:pPr lvl="0"/>
            <a:r>
              <a:rPr/>
              <a:t>AI can be wrong.</a:t>
            </a:r>
          </a:p>
          <a:p>
            <a:pPr lvl="0"/>
            <a:r>
              <a:rPr/>
              <a:t>We choose what to keep or change.</a:t>
            </a:r>
          </a:p>
          <a:p>
            <a:pPr lvl="0"/>
            <a:r>
              <a:rPr/>
              <a:t>The teacher can see class AI work.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the Right Tool</a:t>
            </a:r>
          </a:p>
          <a:p>
            <a:pPr lvl="0" indent="0" marL="0">
              <a:buNone/>
            </a:pPr>
            <a:r>
              <a:rPr/>
              <a:t>Idea Generator</a:t>
            </a:r>
          </a:p>
          <a:p>
            <a:pPr lvl="0"/>
            <a:r>
              <a:rPr/>
              <a:t>Start here</a:t>
            </a:r>
          </a:p>
          <a:p>
            <a:pPr lvl="0"/>
            <a:r>
              <a:rPr/>
              <a:t>Get possible topic ideas</a:t>
            </a:r>
          </a:p>
          <a:p>
            <a:pPr lvl="0"/>
            <a:r>
              <a:rPr/>
              <a:t>Connect your interests to CS</a:t>
            </a:r>
          </a:p>
          <a:p>
            <a:pPr lvl="0" indent="0" marL="0">
              <a:buNone/>
            </a:pPr>
            <a:r>
              <a:rPr/>
              <a:t>AI Assistant</a:t>
            </a:r>
          </a:p>
          <a:p>
            <a:pPr lvl="0"/>
            <a:r>
              <a:rPr/>
              <a:t>Use after you have an idea</a:t>
            </a:r>
          </a:p>
          <a:p>
            <a:pPr lvl="0"/>
            <a:r>
              <a:rPr/>
              <a:t>Check the CS connection</a:t>
            </a:r>
          </a:p>
          <a:p>
            <a:pPr lvl="0"/>
            <a:r>
              <a:rPr/>
              <a:t>Make the topic smaller</a:t>
            </a:r>
          </a:p>
          <a:p>
            <a:pPr lvl="0"/>
            <a:r>
              <a:rPr/>
              <a:t>Build a guide with 3 to 5 parts</a:t>
            </a:r>
          </a:p>
          <a:p>
            <a:pPr lvl="0" indent="0" marL="0">
              <a:buNone/>
            </a:pPr>
            <a:r>
              <a:rPr b="1"/>
              <a:t>Idea Generator first. AI Assistant second.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Workflow</a:t>
            </a:r>
          </a:p>
          <a:p>
            <a:pPr lvl="0" indent="0" marL="0">
              <a:buNone/>
            </a:pPr>
            <a:r>
              <a:rPr/>
              <a:t>Remember You do not need a finished project today. You need a strong topic and a strong guide.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Prompt Cards: Idea Generator</a:t>
            </a:r>
          </a:p>
          <a:p>
            <a:pPr lvl="0" indent="0" marL="0">
              <a:buNone/>
            </a:pPr>
            <a:r>
              <a:rPr/>
              <a:t>Use Idea Generator for topic ideas</a:t>
            </a:r>
          </a:p>
          <a:p>
            <a:pPr lvl="0"/>
            <a:r>
              <a:rPr>
                <a:hlinkClick r:id="rId2"/>
              </a:rPr>
              <a:t> ; </a:t>
            </a:r>
            <a:r>
              <a:rPr/>
              <a:t> </a:t>
            </a:r>
            <a:r>
              <a:rPr>
                <a:hlinkClick r:id="rId3"/>
              </a:rPr>
              <a:t>My interest is ____. Give me 4 computer-science project ideas for grades 4-5.</a:t>
            </a:r>
          </a:p>
          <a:p>
            <a:pPr lvl="0"/>
            <a:r>
              <a:rPr>
                <a:hlinkClick r:id="rId4"/>
              </a:rPr>
              <a:t> ; </a:t>
            </a:r>
            <a:r>
              <a:rPr/>
              <a:t> </a:t>
            </a:r>
            <a:r>
              <a:rPr>
                <a:hlinkClick r:id="rId5"/>
              </a:rPr>
              <a:t>Help me turn my interest in ____ into a computer-science project topic.</a:t>
            </a:r>
          </a:p>
          <a:p>
            <a:pPr lvl="0" indent="0" marL="0">
              <a:buNone/>
            </a:pPr>
            <a:r>
              <a:rPr b="1"/>
              <a:t>Pick 1 or 2 ideas worth checking.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Prompt Cards: AI Assistant</a:t>
            </a:r>
          </a:p>
          <a:p>
            <a:pPr lvl="0" indent="0" marL="0">
              <a:buNone/>
            </a:pPr>
            <a:r>
              <a:rPr/>
              <a:t>Use AI Assistant for checking and planning</a:t>
            </a:r>
          </a:p>
          <a:p>
            <a:pPr lvl="0"/>
            <a:r>
              <a:rPr>
                <a:hlinkClick r:id="rId6"/>
              </a:rPr>
              <a:t> ; </a:t>
            </a:r>
            <a:r>
              <a:rPr/>
              <a:t> </a:t>
            </a:r>
            <a:r>
              <a:rPr>
                <a:hlinkClick r:id="rId7"/>
              </a:rPr>
              <a:t>My topic is ____. Is this really connected to computer science? Explain how.</a:t>
            </a:r>
          </a:p>
          <a:p>
            <a:pPr lvl="0"/>
            <a:r>
              <a:rPr>
                <a:hlinkClick r:id="rId8"/>
              </a:rPr>
              <a:t> ; </a:t>
            </a:r>
            <a:r>
              <a:rPr/>
              <a:t> </a:t>
            </a:r>
            <a:r>
              <a:rPr>
                <a:hlinkClick r:id="rId9"/>
              </a:rPr>
              <a:t>My topic is ____. Help me make it smaller and clearer for a short project.</a:t>
            </a:r>
          </a:p>
          <a:p>
            <a:pPr lvl="0"/>
            <a:r>
              <a:rPr>
                <a:hlinkClick r:id="rId10"/>
              </a:rPr>
              <a:t> ; </a:t>
            </a:r>
            <a:r>
              <a:rPr/>
              <a:t> </a:t>
            </a:r>
            <a:r>
              <a:rPr>
                <a:hlinkClick r:id="rId11"/>
              </a:rPr>
              <a:t>My topic is ____. Give me a high-level guide with 3 to 5 parts, sections, or questions I could use for my project.</a:t>
            </a:r>
          </a:p>
          <a:p>
            <a:pPr lvl="0" indent="0" marL="0">
              <a:buNone/>
            </a:pPr>
            <a:r>
              <a:rPr b="1"/>
              <a:t>Choose a guide you agree with.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Not To Do</a:t>
            </a:r>
          </a:p>
          <a:p>
            <a:pPr lvl="0" indent="0" marL="0">
              <a:buNone/>
            </a:pPr>
            <a:r>
              <a:rPr/>
              <a:t>Do</a:t>
            </a:r>
          </a:p>
          <a:p>
            <a:pPr lvl="0"/>
            <a:r>
              <a:rPr/>
              <a:t>read the answer</a:t>
            </a:r>
          </a:p>
          <a:p>
            <a:pPr lvl="0"/>
            <a:r>
              <a:rPr/>
              <a:t>check if it fits your goal</a:t>
            </a:r>
          </a:p>
          <a:p>
            <a:pPr lvl="0"/>
            <a:r>
              <a:rPr/>
              <a:t>pick the parts you agree with</a:t>
            </a:r>
          </a:p>
          <a:p>
            <a:pPr lvl="0"/>
            <a:r>
              <a:rPr/>
              <a:t>ask for a better version if needed</a:t>
            </a:r>
          </a:p>
          <a:p>
            <a:pPr lvl="0" indent="0" marL="0">
              <a:buNone/>
            </a:pPr>
            <a:r>
              <a:rPr/>
              <a:t>Do Not</a:t>
            </a:r>
          </a:p>
          <a:p>
            <a:pPr lvl="0"/>
            <a:r>
              <a:rPr/>
              <a:t>just copy the whole answer</a:t>
            </a:r>
          </a:p>
          <a:p>
            <a:pPr lvl="0"/>
            <a:r>
              <a:rPr/>
              <a:t>accept the first answer right away</a:t>
            </a:r>
          </a:p>
          <a:p>
            <a:pPr lvl="0"/>
            <a:r>
              <a:rPr/>
              <a:t>keep a topic that is too long/complex</a:t>
            </a:r>
          </a:p>
          <a:p>
            <a:pPr lvl="0"/>
            <a:r>
              <a:rPr/>
              <a:t>choose a topic with no CS connection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Goes on Your Planning Sheet?</a:t>
            </a:r>
          </a:p>
          <a:p>
            <a:pPr lvl="0"/>
            <a:r>
              <a:rPr/>
              <a:t>My topic:</a:t>
            </a:r>
          </a:p>
          <a:p>
            <a:pPr lvl="0"/>
            <a:r>
              <a:rPr/>
              <a:t>My CS connection:</a:t>
            </a:r>
          </a:p>
          <a:p>
            <a:pPr lvl="0"/>
            <a:r>
              <a:rPr/>
              <a:t>My project type:</a:t>
            </a:r>
          </a:p>
          <a:p>
            <a:pPr lvl="0"/>
            <a:r>
              <a:rPr/>
              <a:t>My guide with 3 to 5 parts, sections, or questions:</a:t>
            </a:r>
          </a:p>
          <a:p>
            <a:pPr lvl="0" indent="0" marL="0">
              <a:buNone/>
            </a:pPr>
            <a:r>
              <a:rPr/>
              <a:t>Optional AI helper (click Copy) </a:t>
            </a:r>
            <a:r>
              <a:rPr>
                <a:hlinkClick r:id="rId12"/>
              </a:rPr>
              <a:t> ; </a:t>
            </a:r>
            <a:r>
              <a:rPr/>
              <a:t> </a:t>
            </a:r>
            <a:r>
              <a:rPr>
                <a:hlinkClick r:id="rId13"/>
              </a:rPr>
              <a:t>My topic is ____. My interest is ____. Help me fill out my planning sheet in the right format.</a:t>
            </a:r>
          </a:p>
          <a:p>
            <a:pPr lvl="0" indent="0" marL="0">
              <a:buNone/>
            </a:pPr>
            <a:r>
              <a:rPr/>
              <a:t>Teacher check Before Lesson 2, your topic and guide must be approved.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If You Get Stuck</a:t>
            </a:r>
          </a:p>
          <a:p>
            <a:pPr lvl="0" indent="0" marL="0">
              <a:buNone/>
            </a:pPr>
            <a:r>
              <a:rPr/>
              <a:t>Troubleshoot in order</a:t>
            </a:r>
          </a:p>
          <a:p>
            <a:pPr lvl="0" indent="-342900" marL="342900">
              <a:buAutoNum type="arabicPeriod"/>
            </a:pPr>
            <a:r>
              <a:rPr/>
              <a:t>Name the problem.</a:t>
            </a:r>
          </a:p>
          <a:p>
            <a:pPr lvl="0" indent="-342900" marL="342900">
              <a:buAutoNum type="arabicPeriod"/>
            </a:pPr>
            <a:r>
              <a:rPr/>
              <a:t>Try one small change.</a:t>
            </a:r>
          </a:p>
          <a:p>
            <a:pPr lvl="0" indent="-342900" marL="342900">
              <a:buAutoNum type="arabicPeriod"/>
            </a:pPr>
            <a:r>
              <a:rPr/>
              <a:t>Use the matching prompt.</a:t>
            </a:r>
          </a:p>
          <a:p>
            <a:pPr lvl="0" indent="-342900" marL="342900">
              <a:buAutoNum type="arabicPeriod"/>
            </a:pPr>
            <a:r>
              <a:rPr/>
              <a:t>Read the answer. Keep only what helps you.</a:t>
            </a:r>
          </a:p>
          <a:p>
            <a:pPr lvl="0" indent="-342900" marL="342900">
              <a:buAutoNum type="arabicPeriod"/>
            </a:pPr>
            <a:r>
              <a:rPr/>
              <a:t>Ask your partner or teacher.</a:t>
            </a:r>
          </a:p>
          <a:p>
            <a:pPr lvl="0" indent="0" marL="0">
              <a:buNone/>
            </a:pPr>
            <a:r>
              <a:rPr/>
              <a:t>Problem key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If You Get Stuck: Copy-Paste Prompts</a:t>
            </a:r>
          </a:p>
          <a:p>
            <a:pPr lvl="0" indent="0" marL="0">
              <a:buNone/>
            </a:pPr>
            <a:r>
              <a:rPr/>
              <a:t>Click Copy, then paste</a:t>
            </a:r>
          </a:p>
          <a:p>
            <a:pPr lvl="0"/>
            <a:r>
              <a:rPr>
                <a:hlinkClick r:id="rId14"/>
              </a:rPr>
              <a:t> ; </a:t>
            </a:r>
            <a:r>
              <a:rPr/>
              <a:t> </a:t>
            </a:r>
            <a:r>
              <a:rPr>
                <a:hlinkClick r:id="rId15"/>
              </a:rPr>
              <a:t>Interests topic ideas</a:t>
            </a:r>
            <a:r>
              <a:rPr/>
              <a:t> </a:t>
            </a:r>
            <a:r>
              <a:rPr>
                <a:hlinkClick r:id="rId16"/>
              </a:rPr>
              <a:t> ; </a:t>
            </a:r>
            <a:r>
              <a:rPr/>
              <a:t> </a:t>
            </a:r>
            <a:r>
              <a:rPr>
                <a:hlinkClick r:id="rId17"/>
              </a:rPr>
              <a:t>Questions topic ideas</a:t>
            </a:r>
            <a:br/>
            <a:r>
              <a:rPr/>
              <a:t>Example: </a:t>
            </a:r>
            <a:r>
              <a:rPr i="1"/>
              <a:t>music</a:t>
            </a:r>
            <a:r>
              <a:rPr/>
              <a:t> a quiz that matches songs to moods</a:t>
            </a:r>
          </a:p>
          <a:p>
            <a:pPr lvl="0"/>
            <a:r>
              <a:rPr>
                <a:hlinkClick r:id="rId18"/>
              </a:rPr>
              <a:t> ; </a:t>
            </a:r>
            <a:r>
              <a:rPr/>
              <a:t> </a:t>
            </a:r>
            <a:r>
              <a:rPr>
                <a:hlinkClick r:id="rId19"/>
              </a:rPr>
              <a:t>My topic is ____. Help me make it smaller.</a:t>
            </a:r>
            <a:br/>
            <a:r>
              <a:rPr/>
              <a:t>Example: </a:t>
            </a:r>
            <a:r>
              <a:rPr i="1"/>
              <a:t>animals</a:t>
            </a:r>
            <a:r>
              <a:rPr/>
              <a:t> one animal + one question + one audience</a:t>
            </a:r>
          </a:p>
          <a:p>
            <a:pPr lvl="0"/>
            <a:r>
              <a:rPr>
                <a:hlinkClick r:id="rId20"/>
              </a:rPr>
              <a:t> ; </a:t>
            </a:r>
            <a:r>
              <a:rPr/>
              <a:t> </a:t>
            </a:r>
            <a:r>
              <a:rPr>
                <a:hlinkClick r:id="rId21"/>
              </a:rPr>
              <a:t>My topic is ____. Help me make it more interesting.</a:t>
            </a:r>
            <a:br/>
            <a:r>
              <a:rPr/>
              <a:t>Example: </a:t>
            </a:r>
            <a:r>
              <a:rPr i="1"/>
              <a:t>soccer</a:t>
            </a:r>
            <a:r>
              <a:rPr/>
              <a:t> compare positions + make a matching game</a:t>
            </a:r>
          </a:p>
          <a:p>
            <a:pPr lvl="0"/>
            <a:r>
              <a:rPr>
                <a:hlinkClick r:id="rId22"/>
              </a:rPr>
              <a:t> ; </a:t>
            </a:r>
            <a:r>
              <a:rPr/>
              <a:t> </a:t>
            </a:r>
            <a:r>
              <a:rPr>
                <a:hlinkClick r:id="rId23"/>
              </a:rPr>
              <a:t>I do not like these ideas: ____. Give new ones.</a:t>
            </a:r>
          </a:p>
          <a:p>
            <a:pPr lvl="0"/>
            <a:r>
              <a:rPr>
                <a:hlinkClick r:id="rId24"/>
              </a:rPr>
              <a:t> ; </a:t>
            </a:r>
            <a:r>
              <a:rPr/>
              <a:t> </a:t>
            </a:r>
            <a:r>
              <a:rPr>
                <a:hlinkClick r:id="rId25"/>
              </a:rPr>
              <a:t>My topic is ____. Is this connected to CS?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Ready for Lesson 2?</a:t>
            </a:r>
          </a:p>
          <a:p>
            <a:pPr lvl="0" indent="0" marL="0">
              <a:buNone/>
            </a:pPr>
            <a:r>
              <a:rPr/>
              <a:t>Quick share My topic is… My project will be… My guide will help me by…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Brainstorm and Plan</dc:title>
  <dc:creator>Pine Brook IGNITE</dc:creator>
  <cp:keywords/>
  <dcterms:created xsi:type="dcterms:W3CDTF">2026-04-09T16:20:35Z</dcterms:created>
  <dcterms:modified xsi:type="dcterms:W3CDTF">2026-04-09T16:20:35Z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Spring 2026</vt:lpwstr>
  </property>
  <property fmtid="{D5CDD505-2E9C-101B-9397-08002B2CF9AE}" pid="3" name="subtitle">
    <vt:lpwstr>MagicSchool Student Project Guide</vt:lpwstr>
  </property>
</Properties>
</file>
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page.html#aa1" TargetMode="External"/><Relationship Id="rId3" Type="http://schemas.openxmlformats.org/officeDocument/2006/relationships/hyperlink" Target="https://example.com/page.html#aa2" TargetMode="External"/><Relationship Id="rId4" Type="http://schemas.openxmlformats.org/officeDocument/2006/relationships/hyperlink" Target="https://example.com/page.html#aa3" TargetMode="External"/><Relationship Id="rId5" Type="http://schemas.openxmlformats.org/officeDocument/2006/relationships/hyperlink" Target="https://example.com/page.html#ig1" TargetMode="External"/><Relationship Id="rId6" Type="http://schemas.openxmlformats.org/officeDocument/2006/relationships/hyperlink" Target="https://example.com/page.html#ts1" TargetMode="External"/><Relationship Id="rId7" Type="http://schemas.openxmlformats.org/officeDocument/2006/relationships/hyperlink" Target="https://example.com/page.html#a1" TargetMode="External"/><Relationship Id="rId8" Type="http://schemas.openxmlformats.org/officeDocument/2006/relationships/hyperlink" Target="https://example.com/page.html#b1" TargetMode="External"/><Relationship Id="rId9" Type="http://schemas.openxmlformats.org/officeDocument/2006/relationships/hyperlink" Target="https://example.com/page.html#ps1" TargetMode="External"/><Relationship Id="rId10" Type="http://schemas.openxmlformats.org/officeDocument/2006/relationships/hyperlink" Target="https://example.com/page.html#AA1" TargetMode="External"/><Relationship Id="rId11" Type="http://schemas.openxmlformats.org/officeDocument/2006/relationships/hyperlink" Target="https://example.com/page.html#Aa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hlinkClick r:id="rId2"/>
          </p:cNvPr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3" name="Rectangle 2">
            <a:hlinkClick r:id="rId3"/>
          </p:cNvPr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https://example.com/page.html#aa2</a:t>
            </a:r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https://example.com/page.html#aa3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6" name="Rectangle 5">
            <a:hlinkClick r:id="rId5"/>
          </p:cNvPr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https://example.com/page.html#ig1</a:t>
            </a:r>
          </a:p>
        </p:txBody>
      </p:sp>
      <p:sp>
        <p:nvSpPr>
          <p:cNvPr id="7" name="Rectangle 6">
            <a:hlinkClick r:id="rId6"/>
          </p:cNvPr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https://example.com/page.html#ts1</a:t>
            </a:r>
          </a:p>
        </p:txBody>
      </p:sp>
      <p:sp>
        <p:nvSpPr>
          <p:cNvPr id="8" name="Rectangle 7">
            <a:hlinkClick r:id="rId7"/>
          </p:cNvPr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https://example.com/page.html#a1</a:t>
            </a:r>
          </a:p>
        </p:txBody>
      </p:sp>
      <p:sp>
        <p:nvSpPr>
          <p:cNvPr id="9" name="Rectangle 8">
            <a:hlinkClick r:id="rId8"/>
          </p:cNvPr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https://example.com/page.html#b1</a:t>
            </a:r>
          </a:p>
        </p:txBody>
      </p:sp>
      <p:sp>
        <p:nvSpPr>
          <p:cNvPr id="10" name="Rectangle 9">
            <a:hlinkClick r:id="rId9"/>
          </p:cNvPr>
          <p:cNvSpPr/>
          <p:nvPr/>
        </p:nvSpPr>
        <p:spPr>
          <a:xfrm>
            <a:off x="914400" y="49377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https://example.com/page.html#ps1</a:t>
            </a:r>
          </a:p>
        </p:txBody>
      </p:sp>
      <p:sp>
        <p:nvSpPr>
          <p:cNvPr id="11" name="Rectangle 10">
            <a:hlinkClick r:id="rId10"/>
          </p:cNvPr>
          <p:cNvSpPr/>
          <p:nvPr/>
        </p:nvSpPr>
        <p:spPr>
          <a:xfrm>
            <a:off x="914400" y="54406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12" name="Rectangle 11">
            <a:hlinkClick r:id="rId11"/>
          </p:cNvPr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
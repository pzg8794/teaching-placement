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1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6" name="Rectangle 5">
            <a:hlinkClick r:id="rId4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7" name="Rectangle 6">
            <a:hlinkClick r:id="rId5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8" name="Rectangle 7">
            <a:hlinkClick r:id="rId6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9" name="Rectangle 8">
            <a:hlinkClick r:id="rId7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10" name="Rectangle 9">
            <a:hlinkClick r:id="rId8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11" name="Rectangle 10">
            <a:hlinkClick r:id="rId9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
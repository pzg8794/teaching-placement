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ig1" TargetMode="External"/><Relationship Id="rId5" Type="http://schemas.openxmlformats.org/officeDocument/2006/relationships/hyperlink" Target="https://example.com/page.html#ts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5" name="Rectangle 4">
            <a:hlinkClick r:id="rId4"/>
          </p:cNvPr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914400" y="310896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
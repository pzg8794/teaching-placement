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ps1" TargetMode="External"/><Relationship Id="rId8" Type="http://schemas.openxmlformats.org/officeDocument/2006/relationships/hyperlink" Target="https://example.com/page.html#a1" TargetMode="External"/><Relationship Id="rId9" Type="http://schemas.openxmlformats.org/officeDocument/2006/relationships/hyperlink" Target="https://example.com/page.html#b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
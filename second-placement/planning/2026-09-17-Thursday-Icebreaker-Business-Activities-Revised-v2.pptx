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289817218c4e53" /><Relationship Type="http://schemas.openxmlformats.org/officeDocument/2006/relationships/extended-properties" Target="/docProps/app.xml" Id="Rc88809fe0f1e4691" /><Relationship Type="http://schemas.openxmlformats.org/officeDocument/2006/relationships/officeDocument" Target="/ppt/presentation.xml" Id="Ra4e6858e538d40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09dd65ef6a4367"/>
  </p:sldMasterIdLst>
  <p:notesMasterIdLst>
    <p:notesMasterId xmlns:r="http://schemas.openxmlformats.org/officeDocument/2006/relationships" r:id="R5793f92cc5054642"/>
  </p:notesMasterIdLst>
  <p:sldIdLst>
    <p:sldId xmlns:r="http://schemas.openxmlformats.org/officeDocument/2006/relationships" id="256" r:id="R0d51351acde74a3c"/>
    <p:sldId xmlns:r="http://schemas.openxmlformats.org/officeDocument/2006/relationships" id="257" r:id="R88f8e4ca1b4142b1"/>
    <p:sldId xmlns:r="http://schemas.openxmlformats.org/officeDocument/2006/relationships" id="258" r:id="Re73a067701394a49"/>
    <p:sldId xmlns:r="http://schemas.openxmlformats.org/officeDocument/2006/relationships" id="259" r:id="R69ff6208092041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3a5da98f754418" /><Relationship Type="http://schemas.openxmlformats.org/officeDocument/2006/relationships/slideMaster" Target="/ppt/slideMasters/slideMaster1.xml" Id="R3809dd65ef6a4367" /><Relationship Type="http://schemas.openxmlformats.org/officeDocument/2006/relationships/notesMaster" Target="/ppt/notesMasters/notesMaster1.xml" Id="R5793f92cc5054642" /><Relationship Type="http://schemas.openxmlformats.org/officeDocument/2006/relationships/presProps" Target="/ppt/presProps.xml" Id="Rc8c3f919cd124558" /><Relationship Type="http://schemas.openxmlformats.org/officeDocument/2006/relationships/tableStyles" Target="/ppt/tableStyles.xml" Id="R2debce04c0aa4f43" /><Relationship Type="http://schemas.openxmlformats.org/officeDocument/2006/relationships/slide" Target="/ppt/slides/slide1.xml" Id="R0d51351acde74a3c" /><Relationship Type="http://schemas.openxmlformats.org/officeDocument/2006/relationships/slide" Target="/ppt/slides/slide2.xml" Id="R88f8e4ca1b4142b1" /><Relationship Type="http://schemas.openxmlformats.org/officeDocument/2006/relationships/slide" Target="/ppt/slides/slide3.xml" Id="Re73a067701394a49" /><Relationship Type="http://schemas.openxmlformats.org/officeDocument/2006/relationships/slide" Target="/ppt/slides/slide4.xml" Id="R69ff6208092041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1ae37c413a4b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339f8daf584f1f" /><Relationship Type="http://schemas.openxmlformats.org/officeDocument/2006/relationships/notesMaster" Target="/ppt/notesMasters/notesMaster1.xml" Id="R583a4b17545d45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96038ebbbd421f" /><Relationship Type="http://schemas.openxmlformats.org/officeDocument/2006/relationships/notesMaster" Target="/ppt/notesMasters/notesMaster1.xml" Id="R3331760612af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349d287cfc4296" /><Relationship Type="http://schemas.openxmlformats.org/officeDocument/2006/relationships/notesMaster" Target="/ppt/notesMasters/notesMaster1.xml" Id="Rbeb812fa8c8d4c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b4845852dd4eff" /><Relationship Type="http://schemas.openxmlformats.org/officeDocument/2006/relationships/notesMaster" Target="/ppt/notesMasters/notesMaster1.xml" Id="R865792966a104f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 | Say: ‘Look for three different kinds of work. You do not need the business words yet. The reading will give us those.’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0:15–1:05 | Keep the first image visible in three parts. Read the clues once. Give students 15 silent seconds, then say: ‘Place O, I, and F under pictures 1, 2, and 3.’ Students may point, write, or say the three-letter order. Do not reveal the answer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1:05–1:50 | Reveal the order. Say only: ‘Picture 1 shows daily operations. Picture 2 shows an investment for future value. Picture 3 shows money moving through the business.’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1:50–3:00 | Say the closer exactly. Then say: ‘Open to page 4. As you read, look for the three clues and correct any prediction that needs changing.’ Hard stop by 7:38.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7ce3cb2d841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81e450b73a4b8e" /><Relationship Type="http://schemas.openxmlformats.org/officeDocument/2006/relationships/slideLayout" Target="/ppt/slideLayouts/slideLayout1.xml" Id="R936264bf6aeb48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6264bf6aeb48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3e841407a43f4" /><Relationship Type="http://schemas.openxmlformats.org/officeDocument/2006/relationships/image" Target="/ppt/media/image.png" Id="R39f24c3db4ba44ec" /><Relationship Type="http://schemas.openxmlformats.org/officeDocument/2006/relationships/notesSlide" Target="/ppt/notesSlides/notesSlide1.xml" Id="Ref2b7bdf3b3c4d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92f772ca94a2c" /><Relationship Type="http://schemas.openxmlformats.org/officeDocument/2006/relationships/image" Target="/ppt/media/image2.png" Id="R6433090d2c4743c0" /><Relationship Type="http://schemas.openxmlformats.org/officeDocument/2006/relationships/image" Target="/ppt/media/image3.png" Id="Refcce6d351274e54" /><Relationship Type="http://schemas.openxmlformats.org/officeDocument/2006/relationships/image" Target="/ppt/media/image4.png" Id="Rc673b6ef6d4c4244" /><Relationship Type="http://schemas.openxmlformats.org/officeDocument/2006/relationships/notesSlide" Target="/ppt/notesSlides/notesSlide2.xml" Id="Rc6fa6a4a44b344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7f12ee7724409" /><Relationship Type="http://schemas.openxmlformats.org/officeDocument/2006/relationships/notesSlide" Target="/ppt/notesSlides/notesSlide3.xml" Id="R806951c479224b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0a7ce2301471d" /><Relationship Type="http://schemas.openxmlformats.org/officeDocument/2006/relationships/image" Target="/ppt/media/image5.png" Id="R282c678e4dfd4d27" /><Relationship Type="http://schemas.openxmlformats.org/officeDocument/2006/relationships/notesSlide" Target="/ppt/notesSlides/notesSlide4.xml" Id="R96dd06b28afc4d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3373E-1CC9-43AA-A034-AEC018AF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C1537-4941-4F06-826B-229A92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08CCA-BC6A-4D39-A84F-8A11C946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One pizza shop, three kinds of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5622A-78FD-454E-B02F-3AA1BA92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Use what you notice. The reading will give us the official terms.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9A0DE-B579-4A5F-9E0E-1B4F070F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6AFF7-B230-491A-AE92-018A6783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FC05C-60BC-47C8-8711-AB7B5C9E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1/4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24c3db4ba44ec"/>
          <a:srcRect xmlns:a="http://schemas.openxmlformats.org/drawingml/2006/main" l="0" t="19500" r="0" b="1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33550"/>
            <a:ext cx="10820400" cy="3714750"/>
          </a:xfrm>
          <a:prstGeom xmlns:a="http://schemas.openxmlformats.org/drawingml/2006/main" prst="roundRect">
            <a:avLst>
              <a:gd name="adj" fmla="val 564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3290F-658A-4EC2-BC24-28BD65EA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02E4F-3B84-493E-A678-2AD97581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LOOK QUIETLY FOR 10 SECONDS    FIND THREE DIFFERENT KINDS OF WORK</a:t>
            </a:r>
          </a:p>
        </p:txBody>
      </p:sp>
    </p:spTree>
    <p:extLst>
      <p:ext uri="{BB962C8B-B14F-4D97-AF65-F5344CB8AC3E}">
        <p14:creationId xmlns:p14="http://schemas.microsoft.com/office/powerpoint/2010/main" val="1674010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DACC1-6B69-4563-A7D1-C6B256B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40408-AA20-4D81-AF8C-77E6512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1B1B4-BCAA-4C7C-8682-05DDF52A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Where do O, I, and F belong?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ED736-EA2B-4232-8BDA-D4FB8BFF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Use each clue once. Place one letter under each picture.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35A8D-A734-4213-9691-2DB219E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E2075-6B17-4278-9D07-98EC2A11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C89CD-4F82-4077-8B4B-C40AE9D5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2/4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C024B-48EF-401B-8043-7A908911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 = daily work     I = builds value over time     F = money moves in or out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3090d2c4743c0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52650"/>
            <a:ext cx="3200400" cy="23622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ce6d351274e54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2724150"/>
            <a:ext cx="3200400" cy="23622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3b6ef6d4c4244"/>
          <a:srcRect xmlns:a="http://schemas.openxmlformats.org/drawingml/2006/main" l="0" t="1233" r="0" b="1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2152650"/>
            <a:ext cx="3200400" cy="2362200"/>
          </a:xfrm>
          <a:prstGeom xmlns:a="http://schemas.openxmlformats.org/drawingml/2006/main" prst="roundRect">
            <a:avLst>
              <a:gd name="adj" fmla="val 887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2D606-C16F-4089-8CCD-052F8018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745F3-EB44-4AFE-9CFB-3BCF1E9C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A6FE4-4393-4BAB-88D7-4266A419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89F55-0A97-47C1-8539-986278C0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4E7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BCA53-E15D-4E92-971C-AB6F7903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POINT, WRITE, OR SAY:    1 = ?    2 = ?    3 = ?</a:t>
            </a:r>
          </a:p>
        </p:txBody>
      </p:sp>
    </p:spTree>
    <p:extLst>
      <p:ext uri="{BB962C8B-B14F-4D97-AF65-F5344CB8AC3E}">
        <p14:creationId xmlns:p14="http://schemas.microsoft.com/office/powerpoint/2010/main" val="1266747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B0223-7B60-408F-A0AB-DC9DA16A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D671B-9DD4-4A90-9E56-8F4D82F0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6CBA6-04ED-481C-9608-F16EDC00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Check the three pictures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3B58C-2552-487A-8779-ED908F4F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Use the visual clue to explain each match.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4F947-C34C-4F00-A92F-57911D58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45CF6-4405-4EF0-8FF9-15F72834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975DA-A562-44D7-9AD7-A677591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3/4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173C5-8D05-4C0D-9379-82B72817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7B3DB-58CF-46A8-8B32-B5FD1041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12DA7-93B6-48BC-87F0-9D00A2CB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OPERATIONAL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F4A6B-0470-44E8-AB4F-0C1EC7B4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986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Employees make pizzas and serve 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72F8B-0502-4E65-90B3-8AA1DBE0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D7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F8953-6B9B-4DAD-AD75-D6F3F80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4DCF3-4359-4D34-A213-40133F81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INVESTING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D30F8-DEFD-417C-9200-A41BD905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986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The owners plan an upgrade that can build future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6ABC1-4093-4565-ACCD-2FB20C5B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8E2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A0B2B-2724-47BC-8A16-C1C0EC60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65389-57CA-4ED9-BE38-7CEFDD47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8620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FINANCIAL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24792-9B70-41E8-9831-0322727E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986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The business records sales and pays for supplies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AED57-A081-4891-87BE-CD1168A6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B27DD-2A72-4265-92FE-BA622905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1 = O    2 = I    3 = F</a:t>
            </a:r>
          </a:p>
        </p:txBody>
      </p:sp>
    </p:spTree>
    <p:extLst>
      <p:ext uri="{BB962C8B-B14F-4D97-AF65-F5344CB8AC3E}">
        <p14:creationId xmlns:p14="http://schemas.microsoft.com/office/powerpoint/2010/main" val="255651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12147-0A56-4299-B8BF-C7E95C33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92C1F-4828-4DAE-A268-A13768CE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BFEF4-35BD-495B-8240-F1E72323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Reading map for pages 4–7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FEA27-3EED-42D1-9E3F-A5BCE1DA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The icebreaker gives us clues. The text gives us the full explanation.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029E3-254E-42DC-8CB9-FAC2C6AF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52628-A480-447A-B6FF-ED3A38C1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B6CF5-F320-4E89-91B4-EBB5CD69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4/4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c678e4dfd4d27"/>
          <a:srcRect xmlns:a="http://schemas.openxmlformats.org/drawingml/2006/main" l="7364" t="0" r="7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4762500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7F555-BE32-42C5-837C-070D4C6B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56959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4C3B3-BE2E-4E38-870E-91F7A3C8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CFDC6-D90D-4417-AD56-392C1EE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743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Business, marketing, products, goods, services, and ideas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6ED87-3136-489A-BFF0-15B95F36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56959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D7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B2244-C1AF-4C83-98A7-9E46C17F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4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5–6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26763-444B-4EE5-ADC2-07EFFBA2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4743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Operational activities and investing activities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BA74C-8C04-46A6-A1AA-D258E092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56959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2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81BEA-9A23-4879-B1C9-CD6731B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624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7FCE2-C1A1-4A50-B5F3-8427C676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24300"/>
            <a:ext cx="4743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Financial activities and the money flowing through a business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4F211-0A54-4250-8F7E-577FC00D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5533C-C89D-4181-BC3F-0B282B43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 activities include daily operations, investments, and money moving through the company.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3CB73-0F04-4EB8-9DD0-75113733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EE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CEEF4"/>
                </a:solidFill>
                <a:latin typeface="Helvetica Neue"/>
                <a:ea typeface="Helvetica Neue"/>
                <a:cs typeface="Helvetica Neue"/>
              </a:rPr>
              <a:t>NEXT: Read pages 4–7 and use the three clues to check your predictions.</a:t>
            </a:r>
          </a:p>
        </p:txBody>
      </p:sp>
    </p:spTree>
    <p:extLst>
      <p:ext uri="{BB962C8B-B14F-4D97-AF65-F5344CB8AC3E}">
        <p14:creationId xmlns:p14="http://schemas.microsoft.com/office/powerpoint/2010/main" val="29394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2026-09-16T13:54:48.1350000Z</dcterms:created>
  <dcterms:modified xsi:type="dcterms:W3CDTF">2026-09-16T13:54:48.1350000Z</dcterms:modified>
</coreProperties>
</file>
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2d59e0d26e4466" /><Relationship Type="http://schemas.openxmlformats.org/officeDocument/2006/relationships/extended-properties" Target="/docProps/app.xml" Id="R7b44b8e787f6476c" /><Relationship Type="http://schemas.openxmlformats.org/officeDocument/2006/relationships/officeDocument" Target="/ppt/presentation.xml" Id="R6be665f3efa64b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99dd4172474452"/>
  </p:sldMasterIdLst>
  <p:notesMasterIdLst>
    <p:notesMasterId xmlns:r="http://schemas.openxmlformats.org/officeDocument/2006/relationships" r:id="Ra25dd80bc1a24bf5"/>
  </p:notesMasterIdLst>
  <p:sldIdLst>
    <p:sldId xmlns:r="http://schemas.openxmlformats.org/officeDocument/2006/relationships" id="256" r:id="Rd24e111cd2d24d3d"/>
    <p:sldId xmlns:r="http://schemas.openxmlformats.org/officeDocument/2006/relationships" id="257" r:id="R980d9354539a47c6"/>
    <p:sldId xmlns:r="http://schemas.openxmlformats.org/officeDocument/2006/relationships" id="258" r:id="R044fa01db5a84fec"/>
    <p:sldId xmlns:r="http://schemas.openxmlformats.org/officeDocument/2006/relationships" id="259" r:id="R80e70d3627e340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18824957ba471d" /><Relationship Type="http://schemas.openxmlformats.org/officeDocument/2006/relationships/slideMaster" Target="/ppt/slideMasters/slideMaster1.xml" Id="Ra199dd4172474452" /><Relationship Type="http://schemas.openxmlformats.org/officeDocument/2006/relationships/notesMaster" Target="/ppt/notesMasters/notesMaster1.xml" Id="Ra25dd80bc1a24bf5" /><Relationship Type="http://schemas.openxmlformats.org/officeDocument/2006/relationships/presProps" Target="/ppt/presProps.xml" Id="Raef5022f849c40a0" /><Relationship Type="http://schemas.openxmlformats.org/officeDocument/2006/relationships/tableStyles" Target="/ppt/tableStyles.xml" Id="R23da73fcdee7480c" /><Relationship Type="http://schemas.openxmlformats.org/officeDocument/2006/relationships/slide" Target="/ppt/slides/slide1.xml" Id="Rd24e111cd2d24d3d" /><Relationship Type="http://schemas.openxmlformats.org/officeDocument/2006/relationships/slide" Target="/ppt/slides/slide2.xml" Id="R980d9354539a47c6" /><Relationship Type="http://schemas.openxmlformats.org/officeDocument/2006/relationships/slide" Target="/ppt/slides/slide3.xml" Id="R044fa01db5a84fec" /><Relationship Type="http://schemas.openxmlformats.org/officeDocument/2006/relationships/slide" Target="/ppt/slides/slide4.xml" Id="R80e70d3627e340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b8b8a39c764f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042fd9868b4196" /><Relationship Type="http://schemas.openxmlformats.org/officeDocument/2006/relationships/notesMaster" Target="/ppt/notesMasters/notesMaster1.xml" Id="R4b33e4e9a31744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e7c992e1fc4118" /><Relationship Type="http://schemas.openxmlformats.org/officeDocument/2006/relationships/notesMaster" Target="/ppt/notesMasters/notesMaster1.xml" Id="Ra9df7516ee5349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2fad23765641d8" /><Relationship Type="http://schemas.openxmlformats.org/officeDocument/2006/relationships/notesMaster" Target="/ppt/notesMasters/notesMaster1.xml" Id="R4aae54afc9e64c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e7734c0d86417c" /><Relationship Type="http://schemas.openxmlformats.org/officeDocument/2006/relationships/notesMaster" Target="/ppt/notesMasters/notesMaster1.xml" Id="Rd9943d7a11244c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You have twenty dollars. Choose food, headphones, or save the money. There is no single correct answer. Think quietly for thirty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Tell your partner what you chose, why you chose it, and what you cannot buy because of that choice. Example: I choose food because I need lunch. I give up the headphones.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three answers. After each answer, restate the choice and tradeoff. Example: Maya chose headphones because music helps her focus. She gave up buying food today.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Wrap up: Both people and businesses have limited money, time, and materials. Every choice has a tradeoff. A bakery may spend money on ingredients now and delay a new sign. This is the same kind of decision you just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f1e4ae04540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c282ec242f44f8" /><Relationship Type="http://schemas.openxmlformats.org/officeDocument/2006/relationships/slideLayout" Target="/ppt/slideLayouts/slideLayout1.xml" Id="R8be5a2d01d6c43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e5a2d01d6c43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a9eea7a5d4684" /><Relationship Type="http://schemas.openxmlformats.org/officeDocument/2006/relationships/image" Target="/ppt/media/image.png" Id="R308babbe8be74595" /><Relationship Type="http://schemas.openxmlformats.org/officeDocument/2006/relationships/notesSlide" Target="/ppt/notesSlides/notesSlide1.xml" Id="Rcea7eb9e990247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3e97c883e4e6c" /><Relationship Type="http://schemas.openxmlformats.org/officeDocument/2006/relationships/image" Target="/ppt/media/image2.png" Id="R3943aa9fc9ce4610" /><Relationship Type="http://schemas.openxmlformats.org/officeDocument/2006/relationships/notesSlide" Target="/ppt/notesSlides/notesSlide2.xml" Id="Rffafc4dc059d49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aa0ae9f1d48f9" /><Relationship Type="http://schemas.openxmlformats.org/officeDocument/2006/relationships/image" Target="/ppt/media/image3.png" Id="R804f4417eab84ed8" /><Relationship Type="http://schemas.openxmlformats.org/officeDocument/2006/relationships/notesSlide" Target="/ppt/notesSlides/notesSlide3.xml" Id="R1cdf83548c6946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003e70cfc4255" /><Relationship Type="http://schemas.openxmlformats.org/officeDocument/2006/relationships/image" Target="/ppt/media/image4.png" Id="Rbd7845846da9427c" /><Relationship Type="http://schemas.openxmlformats.org/officeDocument/2006/relationships/notesSlide" Target="/ppt/notesSlides/notesSlide4.xml" Id="Rcc5e5f0524514b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37CCE-F386-4590-BDAF-D09EBD2F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75742-16B7-44BA-8A80-752EEFD6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77A6"/>
                </a:solidFill>
                <a:latin typeface="Helvetica Neue"/>
                <a:ea typeface="Helvetica Neue"/>
                <a:cs typeface="Helvetica Neue"/>
              </a:rPr>
              <a:t>ICEBREAKER  1/4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A1328-7E28-4D6B-BA64-8BD104C6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You have $20. What do you choose?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babbe8be74595"/>
          <a:stretch xmlns:a="http://schemas.openxmlformats.org/drawingml/2006/main"/>
        </p:blipFill>
        <p:spPr>
          <a:xfrm xmlns:a="http://schemas.openxmlformats.org/drawingml/2006/main">
            <a:off x="1847850" y="1571625"/>
            <a:ext cx="40957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6702F-486A-4DBE-9878-2148FED1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335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7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677A6"/>
                </a:solidFill>
                <a:latin typeface="Helvetica Neue"/>
                <a:ea typeface="Helvetica Neue"/>
                <a:cs typeface="Helvetica Neue"/>
              </a:rPr>
              <a:t>Choose 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A267C-6609-4DA8-BFE3-F10734C1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3238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Food  $8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Headphones  $18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Save the $20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747C4-960D-4B20-8577-91EF1303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53000"/>
            <a:ext cx="3333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5057C-F3EF-4E06-92F2-5BFD7500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244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9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Think quietly for 30 seconds</a:t>
            </a:r>
          </a:p>
        </p:txBody>
      </p:sp>
    </p:spTree>
    <p:extLst>
      <p:ext uri="{BB962C8B-B14F-4D97-AF65-F5344CB8AC3E}">
        <p14:creationId xmlns:p14="http://schemas.microsoft.com/office/powerpoint/2010/main" val="2151705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C733C-5A54-4C51-96F7-06E0EE2D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79D18-DFCC-4170-8692-10DB4273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77A6"/>
                </a:solidFill>
                <a:latin typeface="Helvetica Neue"/>
                <a:ea typeface="Helvetica Neue"/>
                <a:cs typeface="Helvetica Neue"/>
              </a:rPr>
              <a:t>ICEBREAKER  2/4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7AEB1-1FA3-46E0-A271-BA354680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Explain your choice to a partner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3aa9fc9ce4610"/>
          <a:srcRect xmlns:a="http://schemas.openxmlformats.org/drawingml/2006/main" l="0" t="940" r="0" b="9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71625"/>
            <a:ext cx="6334125" cy="4143375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F33B4-BD91-403C-9F6F-BE883504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954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77A6"/>
                </a:solidFill>
                <a:latin typeface="Helvetica Neue"/>
                <a:ea typeface="Helvetica Neue"/>
                <a:cs typeface="Helvetica Neue"/>
              </a:rPr>
              <a:t>Use this sentence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CF634-4A37-4CF1-9401-30CADCD9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09800"/>
            <a:ext cx="3905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I choose __________</a:t>
            </a:r>
          </a:p>
          <a:p xmlns:a="http://schemas.openxmlformats.org/drawingml/2006/main">
            <a:pPr algn="l">
              <a:def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because __________.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I give up __________.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2DC03-4CB7-4CDF-9672-3FE48382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00625"/>
            <a:ext cx="34766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F6694-7D1A-475D-9E25-B0F27FF1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720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Partner talk  2 minutes</a:t>
            </a:r>
          </a:p>
        </p:txBody>
      </p:sp>
    </p:spTree>
    <p:extLst>
      <p:ext uri="{BB962C8B-B14F-4D97-AF65-F5344CB8AC3E}">
        <p14:creationId xmlns:p14="http://schemas.microsoft.com/office/powerpoint/2010/main" val="191747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6CA64-C1A0-4889-BB44-01CEB4F3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6AA0E-1CE5-432E-8D32-75863B45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77A6"/>
                </a:solidFill>
                <a:latin typeface="Helvetica Neue"/>
                <a:ea typeface="Helvetica Neue"/>
                <a:cs typeface="Helvetica Neue"/>
              </a:rPr>
              <a:t>ICEBREAKER  3/4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62734-7FD2-4852-8A5F-DE503F92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Three people will share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f4417eab84ed8"/>
          <a:srcRect xmlns:a="http://schemas.openxmlformats.org/drawingml/2006/main" l="5364" t="0" r="53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71625"/>
            <a:ext cx="6572250" cy="4143375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39F19-DC3C-4C62-AF5D-94DED63A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430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77A6"/>
                </a:solidFill>
                <a:latin typeface="Helvetica Neue"/>
                <a:ea typeface="Helvetica Neue"/>
                <a:cs typeface="Helvetica Neue"/>
              </a:rPr>
              <a:t>Listen for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D6FF2-C71C-4C85-9520-522E8933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66950"/>
            <a:ext cx="3429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1  Choice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2  Reason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3  What they gave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F0D2C-D4BE-43B4-805F-0AE2BF3A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00625"/>
            <a:ext cx="34766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56B56-504A-4E2E-AC77-4E645C2B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720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Share-out  3 minutes</a:t>
            </a:r>
          </a:p>
        </p:txBody>
      </p:sp>
    </p:spTree>
    <p:extLst>
      <p:ext uri="{BB962C8B-B14F-4D97-AF65-F5344CB8AC3E}">
        <p14:creationId xmlns:p14="http://schemas.microsoft.com/office/powerpoint/2010/main" val="3761162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95215-23F4-462B-A1CD-D42BBDCE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31D5C-72DD-4D9E-8FFD-66D2ACBB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77A6"/>
                </a:solidFill>
                <a:latin typeface="Helvetica Neue"/>
                <a:ea typeface="Helvetica Neue"/>
                <a:cs typeface="Helvetica Neue"/>
              </a:rPr>
              <a:t>ICEBREAKER  4/4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E4671-B819-499E-AE0A-16D7A7AD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How this connects to business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845846da9427c"/>
          <a:srcRect xmlns:a="http://schemas.openxmlformats.org/drawingml/2006/main" l="2137" t="0" r="21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71625"/>
            <a:ext cx="533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9C73A-4A9B-441D-8FBB-CDC3F612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77A6"/>
                </a:solidFill>
                <a:latin typeface="Helvetica Neue"/>
                <a:ea typeface="Helvetica Neue"/>
                <a:cs typeface="Helvetica Neue"/>
              </a:rPr>
              <a:t>What limited the choice?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07103-0D79-4316-9300-5FE2BB9F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Example: I only had $20.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7142B-11DD-4A39-93FC-E23DE0A0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71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77A6"/>
                </a:solidFill>
                <a:latin typeface="Helvetica Neue"/>
                <a:ea typeface="Helvetica Neue"/>
                <a:cs typeface="Helvetica Neue"/>
              </a:rPr>
              <a:t>What did you give up?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9BC73-3FA5-4358-AAEE-C81B38CF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52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Example: The headphones had to wait.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1BD2E-B5B0-4FED-AC28-8F264074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718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77A6"/>
                </a:solidFill>
                <a:latin typeface="Helvetica Neue"/>
                <a:ea typeface="Helvetica Neue"/>
                <a:cs typeface="Helvetica Neue"/>
              </a:rPr>
              <a:t>What would a business choose?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0473B-91F2-4AF1-8A27-6DF50141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481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Example: A bakery buys ingredients before a new sign.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E9D82-1EEB-4F72-86D7-73098E59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4E77C-52E9-4D17-A1C3-477EAC3A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15000"/>
            <a:ext cx="1007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People and businesses choose how to use limited resources. That is economics.</a:t>
            </a:r>
          </a:p>
        </p:txBody>
      </p:sp>
    </p:spTree>
    <p:extLst>
      <p:ext uri="{BB962C8B-B14F-4D97-AF65-F5344CB8AC3E}">
        <p14:creationId xmlns:p14="http://schemas.microsoft.com/office/powerpoint/2010/main" val="2076098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2026-09-15T04:38:36.0080000Z</dcterms:created>
  <dcterms:modified xsi:type="dcterms:W3CDTF">2026-09-15T04:38:36.0080000Z</dcterms:modified>
</coreProperties>
</file>
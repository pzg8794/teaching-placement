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30e5dc8c3b458f" /><Relationship Type="http://schemas.openxmlformats.org/officeDocument/2006/relationships/extended-properties" Target="/docProps/app.xml" Id="Rb15f27d81e2c46e1" /><Relationship Type="http://schemas.openxmlformats.org/officeDocument/2006/relationships/officeDocument" Target="/ppt/presentation.xml" Id="R7c489eaa0e4b4f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99b40cac834b34"/>
  </p:sldMasterIdLst>
  <p:notesMasterIdLst>
    <p:notesMasterId xmlns:r="http://schemas.openxmlformats.org/officeDocument/2006/relationships" r:id="Ra7fda721a0f84803"/>
  </p:notesMasterIdLst>
  <p:sldIdLst>
    <p:sldId xmlns:r="http://schemas.openxmlformats.org/officeDocument/2006/relationships" id="256" r:id="Rbb6fed68dc354938"/>
    <p:sldId xmlns:r="http://schemas.openxmlformats.org/officeDocument/2006/relationships" id="257" r:id="R5bda89a7528745a4"/>
    <p:sldId xmlns:r="http://schemas.openxmlformats.org/officeDocument/2006/relationships" id="258" r:id="R6735eb0d3dda463b"/>
    <p:sldId xmlns:r="http://schemas.openxmlformats.org/officeDocument/2006/relationships" id="259" r:id="Rc5c71eda74d84e5c"/>
    <p:sldId xmlns:r="http://schemas.openxmlformats.org/officeDocument/2006/relationships" id="260" r:id="R32483f3694ab4b2e"/>
    <p:sldId xmlns:r="http://schemas.openxmlformats.org/officeDocument/2006/relationships" id="261" r:id="R14759466afc34e16"/>
    <p:sldId xmlns:r="http://schemas.openxmlformats.org/officeDocument/2006/relationships" id="262" r:id="R5ca57a622b894a5d"/>
    <p:sldId xmlns:r="http://schemas.openxmlformats.org/officeDocument/2006/relationships" id="263" r:id="R2d9fc46f80bf4f04"/>
    <p:sldId xmlns:r="http://schemas.openxmlformats.org/officeDocument/2006/relationships" id="264" r:id="Rd153ea1334a44064"/>
    <p:sldId xmlns:r="http://schemas.openxmlformats.org/officeDocument/2006/relationships" id="265" r:id="Rd508f53090ff45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0c55a465464703" /><Relationship Type="http://schemas.openxmlformats.org/officeDocument/2006/relationships/slideMaster" Target="/ppt/slideMasters/slideMaster1.xml" Id="Ra999b40cac834b34" /><Relationship Type="http://schemas.openxmlformats.org/officeDocument/2006/relationships/notesMaster" Target="/ppt/notesMasters/notesMaster1.xml" Id="Ra7fda721a0f84803" /><Relationship Type="http://schemas.openxmlformats.org/officeDocument/2006/relationships/presProps" Target="/ppt/presProps.xml" Id="Rcc0ac0a5a5474587" /><Relationship Type="http://schemas.openxmlformats.org/officeDocument/2006/relationships/tableStyles" Target="/ppt/tableStyles.xml" Id="Rf1c680b0d2024661" /><Relationship Type="http://schemas.openxmlformats.org/officeDocument/2006/relationships/slide" Target="/ppt/slides/slide1.xml" Id="Rbb6fed68dc354938" /><Relationship Type="http://schemas.openxmlformats.org/officeDocument/2006/relationships/slide" Target="/ppt/slides/slide2.xml" Id="R5bda89a7528745a4" /><Relationship Type="http://schemas.openxmlformats.org/officeDocument/2006/relationships/slide" Target="/ppt/slides/slide3.xml" Id="R6735eb0d3dda463b" /><Relationship Type="http://schemas.openxmlformats.org/officeDocument/2006/relationships/slide" Target="/ppt/slides/slide4.xml" Id="Rc5c71eda74d84e5c" /><Relationship Type="http://schemas.openxmlformats.org/officeDocument/2006/relationships/slide" Target="/ppt/slides/slide5.xml" Id="R32483f3694ab4b2e" /><Relationship Type="http://schemas.openxmlformats.org/officeDocument/2006/relationships/slide" Target="/ppt/slides/slide6.xml" Id="R14759466afc34e16" /><Relationship Type="http://schemas.openxmlformats.org/officeDocument/2006/relationships/slide" Target="/ppt/slides/slide7.xml" Id="R5ca57a622b894a5d" /><Relationship Type="http://schemas.openxmlformats.org/officeDocument/2006/relationships/slide" Target="/ppt/slides/slide8.xml" Id="R2d9fc46f80bf4f04" /><Relationship Type="http://schemas.openxmlformats.org/officeDocument/2006/relationships/slide" Target="/ppt/slides/slide9.xml" Id="Rd153ea1334a44064" /><Relationship Type="http://schemas.openxmlformats.org/officeDocument/2006/relationships/slide" Target="/ppt/slides/slide10.xml" Id="Rd508f53090ff45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a1186a45434c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85c3a515384b0c" /><Relationship Type="http://schemas.openxmlformats.org/officeDocument/2006/relationships/notesMaster" Target="/ppt/notesMasters/notesMaster1.xml" Id="Rc7fa0e34ecaa4e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3ca08f320d4809" /><Relationship Type="http://schemas.openxmlformats.org/officeDocument/2006/relationships/notesMaster" Target="/ppt/notesMasters/notesMaster1.xml" Id="R92478bf40de340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387b0b49da4853" /><Relationship Type="http://schemas.openxmlformats.org/officeDocument/2006/relationships/notesMaster" Target="/ppt/notesMasters/notesMaster1.xml" Id="R4aab176cb2494a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08f0d963e24c1a" /><Relationship Type="http://schemas.openxmlformats.org/officeDocument/2006/relationships/notesMaster" Target="/ppt/notesMasters/notesMaster1.xml" Id="Rba0c00c07c674c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658a9e5ab848b4" /><Relationship Type="http://schemas.openxmlformats.org/officeDocument/2006/relationships/notesMaster" Target="/ppt/notesMasters/notesMaster1.xml" Id="R2d82c99034e549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fc8ec008654e56" /><Relationship Type="http://schemas.openxmlformats.org/officeDocument/2006/relationships/notesMaster" Target="/ppt/notesMasters/notesMaster1.xml" Id="R50f47d69e65b4c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037c53dc3e42b8" /><Relationship Type="http://schemas.openxmlformats.org/officeDocument/2006/relationships/notesMaster" Target="/ppt/notesMasters/notesMaster1.xml" Id="R6e6223b1eb0e43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a227ceeeb74698" /><Relationship Type="http://schemas.openxmlformats.org/officeDocument/2006/relationships/notesMaster" Target="/ppt/notesMasters/notesMaster1.xml" Id="Rcd9f7c251bca40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d1d904532944ac" /><Relationship Type="http://schemas.openxmlformats.org/officeDocument/2006/relationships/notesMaster" Target="/ppt/notesMasters/notesMaster1.xml" Id="R64612b7272fe41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b54c7ee7f54c2c" /><Relationship Type="http://schemas.openxmlformats.org/officeDocument/2006/relationships/notesMaster" Target="/ppt/notesMasters/notesMaster1.xml" Id="R4104959a249f4c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0:00-0:02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Today is setup. We are building routines that make the rest of the course easier.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Leave this agenda visible as students enter. Take attendance while they read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goal bar, then move directly to the starter.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transcript. Chapter 1 notes begin Monday, not Friday.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0:02-0:04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Read the scenario. Do not call out yet. Everyone will think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Read the prompt once and check that students understand the two cafes are fictional.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Point to the orange question and say, Think of one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Business Microsoft 365 starter deck and September 9-10 placement transcripts.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0:04-0:05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You have one quiet minute. Write or sketch one reason before you talk with anyone.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Use a visible one-minute timer. Circulate without correcting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Stay silent for the full minute and point to the two directions.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Improvement from September 10 debrief: make independent thinking explicit before partner talk.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0:05-0:09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Share one idea each, choose or combine, then write one team sentence.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Give two minutes for partner talk and two minutes for the team sentence.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Use the sentence frame and ask only for one sentence per group.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9-10 starter routine: Think, Partner, Team sentence, Share.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0:09-0:12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Your reasons show that customers notice more than price. Marketing studies those reasons.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Take three to five answers and place each under a lens. Accept other sensible categories.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Take two answers, name the matching lens, and read the blue connection sentence.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Observed student responses in September 10 transcript and Chapter 1 introduction.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0:12-0:15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These four expectations come from workplace readiness. Your job is to make each one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Give one example and one non-example only if students need clarification.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Assign one expectation per group instead of having every group do all four.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9-10 STBE transcripts and existing workplace norms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0:15-0:23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Your team will draft one action. We will combine repeated ideas and agree on clear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Assign roles, run four minutes, take reports, combine, and post the final contract before Teams setup.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Assign one norm to each group and use a quick thumbs-up check on the combined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Latest September 10 STBE direction: finish and post the class contract before course-content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0:23-0:29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We are creating one home for this course. Inside it, make Text, Notes, and Vocabulary.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Model once, then pause at the checkpoint. Do not continue until most students can show all three folders.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Display the three folder names and have a student helper demonstrate while you narrate.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transcript: Marketing folder containing text, notes, and vocabulary.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0:29-0:36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The important move is opening the copy from your Marketing folder, not leaving it in Downloads.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Model the complete path once. Students repeat it with the teacher-approved file and naming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Model only Download, Move, and Open. Save renaming and AutoSave check for the exit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transcript: download, move from Downloads, retrieve, and explain AutoSave.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0:36-0:39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Do not guess at the final step. Check the file, attachment, and directions before Turn 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Follow the supervising teacher's live direction for any real submission. Use the folder explanation as the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Ask students to point to their Marketing folder and give one sentence about the file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transcript and existing Teams submission-check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0a263db7a74a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748a6697cc4a18" /><Relationship Type="http://schemas.openxmlformats.org/officeDocument/2006/relationships/slideLayout" Target="/ppt/slideLayouts/slideLayout1.xml" Id="R7f0793b7384d40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0793b7384d40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27cd5212f40a8" /><Relationship Type="http://schemas.openxmlformats.org/officeDocument/2006/relationships/notesSlide" Target="/ppt/notesSlides/notesSlide1.xml" Id="R4e3138cee2fe46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c8dd109524a27" /><Relationship Type="http://schemas.openxmlformats.org/officeDocument/2006/relationships/notesSlide" Target="/ppt/notesSlides/notesSlide2.xml" Id="R8e68dda1791949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c84cf2c434c77" /><Relationship Type="http://schemas.openxmlformats.org/officeDocument/2006/relationships/notesSlide" Target="/ppt/notesSlides/notesSlide3.xml" Id="R9f88db22b4f749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b83a9a92a4a51" /><Relationship Type="http://schemas.openxmlformats.org/officeDocument/2006/relationships/notesSlide" Target="/ppt/notesSlides/notesSlide4.xml" Id="Rd92319c7dd504d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3ad36c76a44b0" /><Relationship Type="http://schemas.openxmlformats.org/officeDocument/2006/relationships/notesSlide" Target="/ppt/notesSlides/notesSlide5.xml" Id="R082dc0bb05fa44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133012b8c4643" /><Relationship Type="http://schemas.openxmlformats.org/officeDocument/2006/relationships/notesSlide" Target="/ppt/notesSlides/notesSlide6.xml" Id="Rf766bac1882341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61c24e672463e" /><Relationship Type="http://schemas.openxmlformats.org/officeDocument/2006/relationships/notesSlide" Target="/ppt/notesSlides/notesSlide7.xml" Id="R6024c8efddbe40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4ff1a7d3441cd" /><Relationship Type="http://schemas.openxmlformats.org/officeDocument/2006/relationships/notesSlide" Target="/ppt/notesSlides/notesSlide8.xml" Id="R0cccbc89e9914d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06d6adb49461c" /><Relationship Type="http://schemas.openxmlformats.org/officeDocument/2006/relationships/notesSlide" Target="/ppt/notesSlides/notesSlide9.xml" Id="R9c7ef862bd8f41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460ff9cd243af" /><Relationship Type="http://schemas.openxmlformats.org/officeDocument/2006/relationships/notesSlide" Target="/ppt/notesSlides/notesSlide10.xml" Id="R7d305f198d8e4c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E7C6C-2220-4A74-98C9-7C884187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BUSINESS AND MICROSOFT 365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D2A1A-A093-4243-927C-0E96AF2E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0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Friday setup before Chapter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5A260-BBAE-477F-B60B-B531FC47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Class contract, Teams folders, and a reliable file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2FB78-902C-443B-AB8B-7D25E129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76575"/>
            <a:ext cx="7524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209550" tIns="114300" rIns="2095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Leave with one Marketing folder and one file you can find, identify, and turn 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DA019-DCD6-4843-8D47-22D16F88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47750"/>
            <a:ext cx="742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8D39A-B046-4461-B466-5F8CC01F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477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36B15-D4EF-4D49-9CF4-423B0C95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383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Think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58259-51BA-4923-97DB-7EC29D6D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43125"/>
            <a:ext cx="742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7B110-8617-42CA-A1CD-AEFB6994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4312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5A405-6408-490A-81B5-2A506802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337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Organize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A11CE-34F7-48E9-A941-0A596736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742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6DAED-2537-4B89-8438-F1D5D03F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34F4B-3B24-40D8-8EF5-F7AF3323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290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445D6-53F3-4939-90CF-6EA49FC5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FRIDAY CLASS DECK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8F8F5-5D0C-401D-AF82-2095F23E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1F1F1-39A9-417A-9D17-5517B02F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CA837-5A5D-4ABF-8A9E-E06A08BC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76442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6D5D7-1298-4D80-809D-D2F1A662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MARKETING 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CD5FA-4B22-46BC-A53C-4E38F0A5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Same product. Same price. Different choice.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5DE32-DBA1-43C6-9510-B7975F2C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06159-0FE2-415E-9281-E1F77573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MARKETING STARTER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2B717-2D50-4E20-93EB-4A85AEB3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9BF09-9AAE-4EC6-829F-DA3635C0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E4280-BF8E-4FC4-A418-80D2F18E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4F496-4A88-4A46-9175-CC14C6AA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1040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Two fictional cafes sell the same drink for the same price.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297BB-FB6C-4884-9AC1-4A779E92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7536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  <p:txBody>
          <a:bodyPr xmlns:a="http://schemas.openxmlformats.org/drawingml/2006/main" wrap="square" lIns="266700" tIns="114300" rIns="2667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might a customer choose one cafe instead of the other?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3C7A4-1F60-4CB9-BCCB-7B43D9DA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1  THINK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5B615-BEB3-462E-A302-47E5D98A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2  PARTNER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16EDD-1B5E-4391-9CF6-0A927001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2D6A4F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3  TEAM SENTENCE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F71E8-0C81-4196-8F17-949018A1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No single correct answer. We are looking for clear reasons.</a:t>
            </a:r>
          </a:p>
        </p:txBody>
      </p:sp>
    </p:spTree>
    <p:extLst>
      <p:ext uri="{BB962C8B-B14F-4D97-AF65-F5344CB8AC3E}">
        <p14:creationId xmlns:p14="http://schemas.microsoft.com/office/powerpoint/2010/main" val="17844631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75657-3D1B-45E7-9B28-E22177F2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STEP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56F59-331A-4932-989E-E52A8B8D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Think independently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C10B0-13C1-49E4-B509-6C96FA0A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388BB-795D-492A-9F0F-9BC31E22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MARKETING STARTER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98E59-3397-4A06-9754-CE25B92D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247DD-6548-46D6-B8A8-8741F612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542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D1032-0678-45C1-96BA-A739B8BC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4E861-7CD0-4644-836D-7E11252C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85950"/>
            <a:ext cx="20955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FE073-59C2-4280-95F5-6BBB6E07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SECONDS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486BB-D9F1-46BD-80DC-5F3EF4E6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52625"/>
            <a:ext cx="6572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EDDEF-6E9C-47D1-8FD3-E9E954C4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52625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9F6C8-8031-4532-9F54-F603025D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YOUR OWN IDEA 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C847B-982F-4E34-9982-D8708DC7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05075"/>
            <a:ext cx="6248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Write or sketch one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No talking yet. A fictional reason is fine.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4C9EA-B36C-43B7-B131-ADD6F304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57750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Then place your pencil down or look up so I know you are ready.</a:t>
            </a:r>
          </a:p>
        </p:txBody>
      </p:sp>
    </p:spTree>
    <p:extLst>
      <p:ext uri="{BB962C8B-B14F-4D97-AF65-F5344CB8AC3E}">
        <p14:creationId xmlns:p14="http://schemas.microsoft.com/office/powerpoint/2010/main" val="344200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A80C1-1D51-44C8-AFF4-B1D606BA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STEP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2BD84-EA52-478F-8B17-80580E7E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Partner talk then one team sentence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FB5C9-1909-405F-881A-A2D7724E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6E178-97F1-4314-9B12-8344BA88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MARKETING STARTER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DBD76-5494-4595-838C-CDBDEEFB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179CE-84E3-42CD-95FD-46668AE5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13E54-0A81-4DCD-9AF5-46ADDB77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28360-C7EA-4964-AFC1-F1064561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238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2FFBD-DFD8-4DF8-9C3B-990F0086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76200" cy="304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E96CA-0CAA-493B-A987-DB285BE2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561A1-54EA-4E37-8D19-10FD5C2B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Each person shares one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Listen for an idea that is different from yours.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70FD4-48A2-483F-9EC7-80D2641D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3238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EA439-5F69-4D87-B072-26E48B02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76200" cy="304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A7505-EDA2-4A46-B2AD-F85AEEB1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CHOOSE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06AE3-5EB6-48B0-B72B-68978DFE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1457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Select the strongest reason or combine two related reasons.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B7166-8183-4E73-B6DD-A32FB70A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3238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01A0E-9C6C-420A-977B-9CB2C869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76200" cy="304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773F7-7486-45CA-9460-5F911293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D90E2-6131-46BA-839C-2CBD5463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1457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Our team thinks a customer may choose one cafe because ______.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47AF9-950B-4303-B1DC-048A027C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71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Reporter: be ready to share one sentence, not the whole conversation.</a:t>
            </a:r>
          </a:p>
        </p:txBody>
      </p:sp>
    </p:spTree>
    <p:extLst>
      <p:ext uri="{BB962C8B-B14F-4D97-AF65-F5344CB8AC3E}">
        <p14:creationId xmlns:p14="http://schemas.microsoft.com/office/powerpoint/2010/main" val="1151976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A17F60-CF71-4408-BA3E-F0CF7D7A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STEP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A0316-A780-4B82-A40B-6393D86A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Share then connect the reasons to marketing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72D14-69F5-437A-AD8E-7711CF77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76326-EB51-408B-B602-23E2A087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MARKETING STARTER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014F8-8C0C-401B-81DD-3C3F3BBB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2FB2D-BC8C-4836-A373-4849C8C9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D7F6E-C9A8-4253-86A4-82348147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D66FF-7EF4-47D1-BAF1-62D7D743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2076450" cy="23812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423DE-C74C-4662-9D22-75C9894D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80A88-6B3E-4124-B39A-FED96C88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764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7CC32-0862-450B-9380-7B0D18AE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1752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How the place feels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4467B-E743-4E70-87CF-C0A5A24D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733550"/>
            <a:ext cx="2076450" cy="23812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E24E2-D9FA-4508-836E-15B4EB25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7335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BE998-51F2-439E-B0BA-9C481290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764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9D17F-9401-4A76-8E65-FB5EB415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286000"/>
            <a:ext cx="1752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How people are treated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1E763-316D-4A58-895A-EC9EDE34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733550"/>
            <a:ext cx="2076450" cy="23812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2B114-6112-413F-8215-DE24AD0D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7335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E9833-E69B-45DF-B652-3DA243FC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8764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25C1B-16F1-4F48-9F42-C94825BC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286000"/>
            <a:ext cx="1752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Reviews or past results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310BD-8E5D-465D-A3BB-0B429348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733550"/>
            <a:ext cx="2076450" cy="23812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783A9-C75C-45E1-9510-52D6DEBA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7335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92463-ED34-4634-BA43-A50F8621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8764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CONVENIENCE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FE6CF-B89D-4698-BC5B-4665EDF0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86000"/>
            <a:ext cx="1752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Location, speed, or access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BFABB-ABCA-4430-B990-894ACD73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733550"/>
            <a:ext cx="2076450" cy="23812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89DBB5-9D20-4063-B69A-7343AF08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7335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C4C46D-4A37-46C4-822D-39EBA9E0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8764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6B0FAB-F8E2-4F7E-A74D-3EB8DCE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286000"/>
            <a:ext cx="1752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Packaging or appearance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F560FD-6453-402E-B326-52BA4762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1019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Marketing begins by noticing what customers value and why they choose.</a:t>
            </a:r>
          </a:p>
        </p:txBody>
      </p:sp>
    </p:spTree>
    <p:extLst>
      <p:ext uri="{BB962C8B-B14F-4D97-AF65-F5344CB8AC3E}">
        <p14:creationId xmlns:p14="http://schemas.microsoft.com/office/powerpoint/2010/main" val="1248491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19C68-FAFE-4463-9838-2A71D79C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WORKPLACE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C5C5B-D979-4EF5-931C-C72AEFFD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Our workplace norms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B56F3-5DE3-49A6-9C63-6E64D5D7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1C62F-E999-415D-BA4B-38F4AC14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CLASS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CE4B5-E2DE-47E5-9E17-C09FED8A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72493-0DBF-4037-BAF0-E460B664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085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3D8FC-118C-4F0D-A791-B1BAC28D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512E5-A9DC-4438-BB51-CB026201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5238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39EBB-3730-4BB9-BECA-70D16EC1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7620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E2F3C-0A8A-4DDB-8D4D-BDAB3AC3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ON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E7BA8-CC05-48DB-8809-1EB7984F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4914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What should happen when class begins or a deadline arrives?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18EE2-50FE-46DA-8724-D16C4966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238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9BC7C-2CFE-4EC8-8313-3285832C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7620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C4A24-6ED5-4A61-80B0-10D89124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PREPARED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7F96C-5D36-4EAD-BF2A-249B1463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19325"/>
            <a:ext cx="4914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What materials, information, or setup should be ready?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F7C8F-E1B5-4614-8339-4DE71EF1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5238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C9126-2150-4DE8-AE26-35B3788C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7620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4AC29-A303-497E-A18F-212AC1F5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PRODUCTIVE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18C2C-BAFB-48AB-8C6A-4B40BED9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914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How should we use work time and complete our own work?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73D35-E665-45B5-96A2-9993F6F7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5238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C77C72-A1BC-4577-8D65-3B1DB9AE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7620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5912D-3737-49B8-9D20-8B180A80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KIND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E6A5DD-7D49-41D5-ACD0-A515A51F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4914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What should respectful communication and collaboration look like?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91215A-7AC6-4B2D-AE5B-804ADCC0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942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Write actions we can see or hear, not vague words.</a:t>
            </a:r>
          </a:p>
        </p:txBody>
      </p:sp>
    </p:spTree>
    <p:extLst>
      <p:ext uri="{BB962C8B-B14F-4D97-AF65-F5344CB8AC3E}">
        <p14:creationId xmlns:p14="http://schemas.microsoft.com/office/powerpoint/2010/main" val="8579166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101B4-EB4B-4E0A-BA00-3CC30122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CLASS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D32B9-1E3F-47EC-90B2-E88080CA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Turn the four expectations into class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E6D87-69FB-4A84-9676-7A12FEA6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3F049-B1B2-4004-A8FE-28E7AC5F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CLASS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76A32-4703-4108-9574-887803F1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05AA7-D851-4864-806A-6801BB8B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2668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39876-C97E-4D3F-AE6D-54600869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8BF98-6661-4D42-B196-65937306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257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65B44-55F3-4D0E-AF8C-59595141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48AF3-546A-409F-A3E4-7885D739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READER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F26C3-E34C-4FB0-B223-918C1768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247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Reads the expectation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923FD-E9C0-462B-A07C-2A769D61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57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F342A-B61A-48D9-8A46-23BBA6BA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677A0-047A-46F6-B5F3-561CF45A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19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RECORDER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D183A-DE20-481D-BF0E-1F50E438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28850"/>
            <a:ext cx="2247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Writes the proposed norm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1AB4B-5D45-40D1-A709-FDBA1CBB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257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4C1E2-9462-4BAF-AE40-C886FF90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1653A-9A9C-4EBC-A697-C95AC9D3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19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TIMEKEEPER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BA87D-FD68-4AA8-81E8-088F3BC9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2247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Tracks four minutes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E0993-2B2A-4358-B1CB-4DB9F920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76400"/>
            <a:ext cx="257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3361B-ECE3-48B1-A0CD-C97EE376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764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45E3E-F27C-42BC-99C6-E429876C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19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REPORTER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C5E82-3EC5-4B00-9F06-C49E8CEA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28850"/>
            <a:ext cx="2247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Shares one sentence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5CEDDC-1A6F-485B-A152-42DFAB8B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 Draft one observable action    2  Combine similar ideas    3  Agree on wording    4  Post the contract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DEB8C1-2B52-4006-AEFF-089D6F57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9700"/>
            <a:ext cx="952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A useful norm tells us what to do, when to do it, and how others will know.</a:t>
            </a:r>
          </a:p>
        </p:txBody>
      </p:sp>
    </p:spTree>
    <p:extLst>
      <p:ext uri="{BB962C8B-B14F-4D97-AF65-F5344CB8AC3E}">
        <p14:creationId xmlns:p14="http://schemas.microsoft.com/office/powerpoint/2010/main" val="1970740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26EEF-2894-4FF4-8001-79382664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MICROSOFT TEAMS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0932E-0AD7-4BFD-ABB3-1E3199C4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Create the Marketing folder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C4602-0364-4FF2-AEB3-B0065958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84A34-2AE4-47BA-ACE3-E7404B06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FILE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1CD92-E1B5-4F43-9D67-4ADB540D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E1936-5A77-4DF5-A0F3-BFD4C326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447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DEA04-A349-4E5B-8BD4-C4F484F4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B7423-2B4F-4FCA-9370-09170AA7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2AE94-1501-43CB-A273-E7DAE11D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62125"/>
            <a:ext cx="2476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093DC-49AF-4ED3-80CD-69A6D930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57500"/>
            <a:ext cx="2476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1B998B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5E70C-ECF3-4D42-B3E1-DEE0D744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52875"/>
            <a:ext cx="2476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VOCABULARY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89713-B88D-493D-BE6D-5B1E6E07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429000" cy="21431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209550" tIns="171450" rIns="2095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Create these three subfolders inside Marketing. Use the exact names your teacher approves.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7FA64-825F-40D3-8B3B-0DE22BCE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933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Checkpoint: open Marketing and show Text, Notes, and Vocabulary.</a:t>
            </a:r>
          </a:p>
        </p:txBody>
      </p:sp>
    </p:spTree>
    <p:extLst>
      <p:ext uri="{BB962C8B-B14F-4D97-AF65-F5344CB8AC3E}">
        <p14:creationId xmlns:p14="http://schemas.microsoft.com/office/powerpoint/2010/main" val="14413199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859270-9925-446A-816F-92EFD6E9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RELIABLE FILE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09869-086F-4002-8E64-354D7B18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Download then move then open from the folder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C0844-3FE6-4064-B9F9-0F9AE7EC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26CAA-FBDE-4A7C-912A-54A9641C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FILE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5087D-E129-41B6-915D-977BAA23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D0FF8-E6C2-4757-B35C-FAE9E9D3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6287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79007-97B2-447D-945B-9803BD0F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F3D17-D2F9-4795-9C05-0C7286C8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335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9DD08-3408-4A7D-86DD-954FAF08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DD163-7548-4D9B-BCB8-74D0ECDC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A0AD5-BF71-4676-AF96-A9110D1E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4317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1BAE9-A621-44B4-8236-E4D9AB06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13906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Approved Teams assignment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B5C61-092B-42A0-A0A5-F782FAAB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7335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93A81-B708-4258-B734-AE90C6DD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00300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CBEFC-9F0F-4FF0-B3C5-659BC7F6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0030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F47FF-4CD2-40FC-8C96-F56667B4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4317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DOWNLOAD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C4468-5460-4A99-B289-063F74EA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52750"/>
            <a:ext cx="13906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Wait for the 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DDBD99-9A3F-4B55-813D-75178949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39885D-E627-4669-8FCC-38F099DC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83FBD-C9D6-4684-9B52-E89DB262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EA48D1-6400-4C26-8C0F-AF451B25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4317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MOVE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9034A-6F4A-45C9-85D5-6FDDE5BF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13906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Downloads to Marketing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3D22F5-1C55-43C1-8D5C-602F29A7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7335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FE740C-F35F-48F0-AF9B-D88B6C22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00300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62AAF-7A18-4667-943F-48431697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0030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0126F3-39B8-4C3D-B6B2-1031D022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4317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RENAME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EC7A69-ACF6-468B-88D7-B63F200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52750"/>
            <a:ext cx="13906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Use approved format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098D2E-89F9-4059-A327-BF211564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335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5205BF-4389-412B-B66B-EAC9E138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705A95-BF60-4585-9DBE-99B124DF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372F75-2A8B-4AFB-9F60-7BBC286E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4317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9C0423-64E3-4668-B9D9-3BBFD2D5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52750"/>
            <a:ext cx="13906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Open the saved copy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D8742A-1D7C-42F3-BB10-0AEEA86B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7335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13E"/>
          </a:solidFill>
          <a:ln xmlns:a="http://schemas.openxmlformats.org/drawingml/2006/main" w="0">
            <a:solidFill>
              <a:srgbClr val="16213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5FA778-2F3C-48F1-901D-9994F3E9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400300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D6D488-56BD-4BCE-8D34-6704532F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40030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13E"/>
          </a:solidFill>
          <a:ln xmlns:a="http://schemas.openxmlformats.org/drawingml/2006/main" w="0">
            <a:solidFill>
              <a:srgbClr val="16213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79DD3A-113B-408E-9D0D-070BBA06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54317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C0FF2E-73D4-4872-81DA-97BA8212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952750"/>
            <a:ext cx="13906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Name, folder, AutoSave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27690F-1C77-4933-A3BD-5B04E3FD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95875"/>
            <a:ext cx="9753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If you cannot find the file, stop and check Downloads before creating another copy.</a:t>
            </a:r>
          </a:p>
        </p:txBody>
      </p:sp>
    </p:spTree>
    <p:extLst>
      <p:ext uri="{BB962C8B-B14F-4D97-AF65-F5344CB8AC3E}">
        <p14:creationId xmlns:p14="http://schemas.microsoft.com/office/powerpoint/2010/main" val="17442922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6B44B-0F0A-487D-A2A7-53DDE14B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TURN IN AND 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E2933-20A9-4AAF-902F-9E6D8D76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Check the evidence before the final click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10EF1-6C9F-4645-8197-649EEC3F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95361-E7EB-43D4-A68F-B0DEF0E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FILE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697B7-D672-4385-907B-D435DC44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DA4B2-2914-4679-84CA-164004DC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14AEB-9088-4C2B-AC87-220262AC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1C687-9B71-49E1-8B8B-39E5A0C0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4953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C09D0-121D-415E-B26D-789959D3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76200" cy="304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93A2F-AD7E-4F97-B024-E7D838AD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BEFORE ATTACHING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2FB99-54D1-4430-A54A-FF518649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66950"/>
            <a:ext cx="46291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Correct assignment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Correct file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Meaningful file name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Work saved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49894-E946-4AF0-86FF-6BA8D9D1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38162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C446B-94A2-4E3D-9AFE-B97C9714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76200" cy="304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8043E-96EA-44BB-8909-89353AAF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5057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BEFORE TURN 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36100-0698-48D8-8A6E-4C80AC6E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50577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Attachment appears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File opens if checked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Directions are complete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Ask if anything looks wrong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07797-FB40-4D3C-B4BC-7D983F32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1009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213E"/>
          </a:solidFill>
          <a:ln xmlns:a="http://schemas.openxmlformats.org/drawingml/2006/main" w="0">
            <a:solidFill>
              <a:srgbClr val="16213E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Exit check: show your Marketing folder and explain where the file is saved.</a:t>
            </a:r>
          </a:p>
        </p:txBody>
      </p:sp>
    </p:spTree>
    <p:extLst>
      <p:ext uri="{BB962C8B-B14F-4D97-AF65-F5344CB8AC3E}">
        <p14:creationId xmlns:p14="http://schemas.microsoft.com/office/powerpoint/2010/main" val="4494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2026-09-11T04:31:56.0290000Z</dcterms:created>
  <dcterms:modified xsi:type="dcterms:W3CDTF">2026-09-11T04:31:56.0290000Z</dcterms:modified>
</coreProperties>
</file>
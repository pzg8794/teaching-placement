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92b948b8464640" /><Relationship Type="http://schemas.openxmlformats.org/officeDocument/2006/relationships/extended-properties" Target="/docProps/app.xml" Id="R8b3b33392c164cdd" /><Relationship Type="http://schemas.openxmlformats.org/officeDocument/2006/relationships/officeDocument" Target="/ppt/presentation.xml" Id="R48a7fe6679ad42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3cbb23ded64d3b"/>
  </p:sldMasterIdLst>
  <p:notesMasterIdLst>
    <p:notesMasterId xmlns:r="http://schemas.openxmlformats.org/officeDocument/2006/relationships" r:id="Rae2f3d25973f45c0"/>
  </p:notesMasterIdLst>
  <p:sldIdLst>
    <p:sldId xmlns:r="http://schemas.openxmlformats.org/officeDocument/2006/relationships" id="256" r:id="R6fad910eb1fa4699"/>
    <p:sldId xmlns:r="http://schemas.openxmlformats.org/officeDocument/2006/relationships" id="257" r:id="Raed10f5bb1e54dd4"/>
    <p:sldId xmlns:r="http://schemas.openxmlformats.org/officeDocument/2006/relationships" id="258" r:id="R41064d13394b437e"/>
    <p:sldId xmlns:r="http://schemas.openxmlformats.org/officeDocument/2006/relationships" id="259" r:id="R60d309cd598b46d7"/>
    <p:sldId xmlns:r="http://schemas.openxmlformats.org/officeDocument/2006/relationships" id="260" r:id="R0bbcba04ea8b409a"/>
    <p:sldId xmlns:r="http://schemas.openxmlformats.org/officeDocument/2006/relationships" id="261" r:id="Rabce7859073f4e7d"/>
    <p:sldId xmlns:r="http://schemas.openxmlformats.org/officeDocument/2006/relationships" id="262" r:id="Rf0681c21f2774db9"/>
    <p:sldId xmlns:r="http://schemas.openxmlformats.org/officeDocument/2006/relationships" id="263" r:id="R2016cb4bfffc4708"/>
    <p:sldId xmlns:r="http://schemas.openxmlformats.org/officeDocument/2006/relationships" id="264" r:id="R8d2002fc5aa94f98"/>
    <p:sldId xmlns:r="http://schemas.openxmlformats.org/officeDocument/2006/relationships" id="265" r:id="R6ad1988ed3f743ac"/>
    <p:sldId xmlns:r="http://schemas.openxmlformats.org/officeDocument/2006/relationships" id="266" r:id="R92a85d915c0d4145"/>
    <p:sldId xmlns:r="http://schemas.openxmlformats.org/officeDocument/2006/relationships" id="267" r:id="R5595ce4549ca48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513924cf744c27" /><Relationship Type="http://schemas.openxmlformats.org/officeDocument/2006/relationships/slideMaster" Target="/ppt/slideMasters/slideMaster1.xml" Id="R093cbb23ded64d3b" /><Relationship Type="http://schemas.openxmlformats.org/officeDocument/2006/relationships/notesMaster" Target="/ppt/notesMasters/notesMaster1.xml" Id="Rae2f3d25973f45c0" /><Relationship Type="http://schemas.openxmlformats.org/officeDocument/2006/relationships/presProps" Target="/ppt/presProps.xml" Id="Rf69756477b5141d3" /><Relationship Type="http://schemas.openxmlformats.org/officeDocument/2006/relationships/tableStyles" Target="/ppt/tableStyles.xml" Id="Rbb41e1a3b61d46d3" /><Relationship Type="http://schemas.openxmlformats.org/officeDocument/2006/relationships/slide" Target="/ppt/slides/slide1.xml" Id="R6fad910eb1fa4699" /><Relationship Type="http://schemas.openxmlformats.org/officeDocument/2006/relationships/slide" Target="/ppt/slides/slide2.xml" Id="Raed10f5bb1e54dd4" /><Relationship Type="http://schemas.openxmlformats.org/officeDocument/2006/relationships/slide" Target="/ppt/slides/slide3.xml" Id="R41064d13394b437e" /><Relationship Type="http://schemas.openxmlformats.org/officeDocument/2006/relationships/slide" Target="/ppt/slides/slide4.xml" Id="R60d309cd598b46d7" /><Relationship Type="http://schemas.openxmlformats.org/officeDocument/2006/relationships/slide" Target="/ppt/slides/slide5.xml" Id="R0bbcba04ea8b409a" /><Relationship Type="http://schemas.openxmlformats.org/officeDocument/2006/relationships/slide" Target="/ppt/slides/slide6.xml" Id="Rabce7859073f4e7d" /><Relationship Type="http://schemas.openxmlformats.org/officeDocument/2006/relationships/slide" Target="/ppt/slides/slide7.xml" Id="Rf0681c21f2774db9" /><Relationship Type="http://schemas.openxmlformats.org/officeDocument/2006/relationships/slide" Target="/ppt/slides/slide8.xml" Id="R2016cb4bfffc4708" /><Relationship Type="http://schemas.openxmlformats.org/officeDocument/2006/relationships/slide" Target="/ppt/slides/slide9.xml" Id="R8d2002fc5aa94f98" /><Relationship Type="http://schemas.openxmlformats.org/officeDocument/2006/relationships/slide" Target="/ppt/slides/slide10.xml" Id="R6ad1988ed3f743ac" /><Relationship Type="http://schemas.openxmlformats.org/officeDocument/2006/relationships/slide" Target="/ppt/slides/slide11.xml" Id="R92a85d915c0d4145" /><Relationship Type="http://schemas.openxmlformats.org/officeDocument/2006/relationships/slide" Target="/ppt/slides/slide12.xml" Id="R5595ce4549ca48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cdd041063341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48ccd419354c9e" /><Relationship Type="http://schemas.openxmlformats.org/officeDocument/2006/relationships/notesMaster" Target="/ppt/notesMasters/notesMaster1.xml" Id="Ra8bd6775217e43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c99d0871de4e31" /><Relationship Type="http://schemas.openxmlformats.org/officeDocument/2006/relationships/notesMaster" Target="/ppt/notesMasters/notesMaster1.xml" Id="R6da9df15b21743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ea58ac1df044ae" /><Relationship Type="http://schemas.openxmlformats.org/officeDocument/2006/relationships/notesMaster" Target="/ppt/notesMasters/notesMaster1.xml" Id="R6feb8eca7bc145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a1f9aedb0f460b" /><Relationship Type="http://schemas.openxmlformats.org/officeDocument/2006/relationships/notesMaster" Target="/ppt/notesMasters/notesMaster1.xml" Id="Rb45c717748b84d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2b9913d7c24f8d" /><Relationship Type="http://schemas.openxmlformats.org/officeDocument/2006/relationships/notesMaster" Target="/ppt/notesMasters/notesMaster1.xml" Id="R4f620f29abbb4d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f71b7d06164433" /><Relationship Type="http://schemas.openxmlformats.org/officeDocument/2006/relationships/notesMaster" Target="/ppt/notesMasters/notesMaster1.xml" Id="R4bf457a9a6dd44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2a61400aa34693" /><Relationship Type="http://schemas.openxmlformats.org/officeDocument/2006/relationships/notesMaster" Target="/ppt/notesMasters/notesMaster1.xml" Id="Rfb452152fe0744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f29dfdec904c33" /><Relationship Type="http://schemas.openxmlformats.org/officeDocument/2006/relationships/notesMaster" Target="/ppt/notesMasters/notesMaster1.xml" Id="Re8001ba94ba049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66c5cb6a1e4135" /><Relationship Type="http://schemas.openxmlformats.org/officeDocument/2006/relationships/notesMaster" Target="/ppt/notesMasters/notesMaster1.xml" Id="R26d0344fa13343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b662094e394b06" /><Relationship Type="http://schemas.openxmlformats.org/officeDocument/2006/relationships/notesMaster" Target="/ppt/notesMasters/notesMaster1.xml" Id="R3c9cf9911cb24b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42bbfd07284cc1" /><Relationship Type="http://schemas.openxmlformats.org/officeDocument/2006/relationships/notesMaster" Target="/ppt/notesMasters/notesMaster1.xml" Id="Ra2a268b8af0b4f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e95bb2fc014178" /><Relationship Type="http://schemas.openxmlformats.org/officeDocument/2006/relationships/notesMaster" Target="/ppt/notesMasters/notesMaster1.xml" Id="R137171ad0a924b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class: project this slide, open the Chapter 1 notes and textbook, and set a visible five-minute timer. Source: September 14 marketing transcripts and Chapter 1 pp. 4-7.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only: Open your Chapter 1 notes. Open the textbook to page 4. You have three minutes. If a file is missing, ask your partner and then raise your hand. Do not add more directions while students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script: You have $40 and two free hours. Choose one thing. Decide what must wait and why. Think for 60 seconds. Then tell your partner. I will take three answers. Start the timer and stop at five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only three student answers. Name the limited resource in each answer: money, time, or availability. Then read the definition. Avoid repeating the student's full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labels in under four minutes. Examples from the text: operational includes production, research, customer service, and hiring. Investing includes buildings, maintenance, stock, and advertising. Financial includes collecting sales money and paying debt, employees, or suppliers.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production. Ask students to point to a quadrant, say the word, or write it. Source: Chapter 1 pp. 5-6. Keep this to three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on one student per paragraph, but read a difficult paragraph yourself when fluency would block meaning. Pause only for business, product, marketing, economics, operational, investing, and financial. Keep the page range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one entry. Show the location in the Terms to Know file. Students should use a meaningful image, a short definition in their own words, and one example. Confirm the SBTE's exact template fields before requiring anything beyond what the downloaded assignment shows.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a six-minute timer. Circulate. Check the folder, filename, and AutoSave if students edit in Microsoft 365. Do not fill silence with more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new oven is investing, paying employees is financial, making bread is operational. Students may answer by pointing, fingers, speaking, or writing.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Take two responses. Then record the final page, note slide, and Terms to Know entry completed by this class. That record controls Wednesday's starting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dates come from the September 14 class transcripts. The SBTE noted that the September 25 shortened schedule may require a change. Confirm before presenting the assessment date as fixed.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753941fd64d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7c44675c4d48ec" /><Relationship Type="http://schemas.openxmlformats.org/officeDocument/2006/relationships/slideLayout" Target="/ppt/slideLayouts/slideLayout1.xml" Id="R1a6d7b0b09fc4a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6d7b0b09fc4a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eba80eb1d49a6" /><Relationship Type="http://schemas.openxmlformats.org/officeDocument/2006/relationships/image" Target="/ppt/media/image.png" Id="Rc3f5c8468af34b52" /><Relationship Type="http://schemas.openxmlformats.org/officeDocument/2006/relationships/notesSlide" Target="/ppt/notesSlides/notesSlide1.xml" Id="R26df4544586540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beff238e74096" /><Relationship Type="http://schemas.openxmlformats.org/officeDocument/2006/relationships/notesSlide" Target="/ppt/notesSlides/notesSlide2.xml" Id="Re9cc92200c914b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446edf9214379" /><Relationship Type="http://schemas.openxmlformats.org/officeDocument/2006/relationships/image" Target="/ppt/media/image2.png" Id="R0e3338811444493a" /><Relationship Type="http://schemas.openxmlformats.org/officeDocument/2006/relationships/notesSlide" Target="/ppt/notesSlides/notesSlide3.xml" Id="R0f919ae207de4e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0c6df05984e9b" /><Relationship Type="http://schemas.openxmlformats.org/officeDocument/2006/relationships/notesSlide" Target="/ppt/notesSlides/notesSlide4.xml" Id="R07f8ce8a4f2445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d85592ff14825" /><Relationship Type="http://schemas.openxmlformats.org/officeDocument/2006/relationships/image" Target="/ppt/media/image3.png" Id="R994d07bddbd747c6" /><Relationship Type="http://schemas.openxmlformats.org/officeDocument/2006/relationships/image" Target="/ppt/media/image4.png" Id="Rf5b77f8454864c8b" /><Relationship Type="http://schemas.openxmlformats.org/officeDocument/2006/relationships/image" Target="/ppt/media/image5.png" Id="Re28261c8b7124939" /><Relationship Type="http://schemas.openxmlformats.org/officeDocument/2006/relationships/notesSlide" Target="/ppt/notesSlides/notesSlide5.xml" Id="Rc2b459f4a1ba46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cf49df4b9439d" /><Relationship Type="http://schemas.openxmlformats.org/officeDocument/2006/relationships/notesSlide" Target="/ppt/notesSlides/notesSlide6.xml" Id="R85640da9bad243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1a5539235482f" /><Relationship Type="http://schemas.openxmlformats.org/officeDocument/2006/relationships/notesSlide" Target="/ppt/notesSlides/notesSlide7.xml" Id="R530e857012fa43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722c56425458f" /><Relationship Type="http://schemas.openxmlformats.org/officeDocument/2006/relationships/image" Target="/ppt/media/image6.png" Id="Rfdf9abfd5a0b4717" /><Relationship Type="http://schemas.openxmlformats.org/officeDocument/2006/relationships/notesSlide" Target="/ppt/notesSlides/notesSlide8.xml" Id="R525517da735f45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0f26317ef41b0" /><Relationship Type="http://schemas.openxmlformats.org/officeDocument/2006/relationships/notesSlide" Target="/ppt/notesSlides/notesSlide9.xml" Id="R6ef7ff319c0e4a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403a39b7a4af4" /><Relationship Type="http://schemas.openxmlformats.org/officeDocument/2006/relationships/notesSlide" Target="/ppt/notesSlides/notesSlide10.xml" Id="R145b74d1219d4c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65f502d2d4745" /><Relationship Type="http://schemas.openxmlformats.org/officeDocument/2006/relationships/notesSlide" Target="/ppt/notesSlides/notesSlide11.xml" Id="Re89f73c621bb4d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dc0b5cc904bb8" /><Relationship Type="http://schemas.openxmlformats.org/officeDocument/2006/relationships/notesSlide" Target="/ppt/notesSlides/notesSlide12.xml" Id="Re124bc6b337046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13DCF-D5F4-4025-BF72-53CBBF58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TUESDAY  •  CHAPTER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A8A4E-C5BE-4219-AB91-2F9D7749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239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Business activities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and limited resources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5c8468af34b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8625" y="838200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2531F-9E68-4945-B75F-7365F4A7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4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AF4F4"/>
                </a:solidFill>
                <a:latin typeface="Helvetica Neue"/>
                <a:ea typeface="Helvetica Neue"/>
                <a:cs typeface="Helvetica Neue"/>
              </a:rPr>
              <a:t>By the end, you can sort an activity as operational, investing, or financial.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390A2-AC9C-43BC-AEFF-AF4E4F25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Files ready: Chapter 1 notes + textbook</a:t>
            </a:r>
          </a:p>
        </p:txBody>
      </p:sp>
    </p:spTree>
    <p:extLst>
      <p:ext uri="{BB962C8B-B14F-4D97-AF65-F5344CB8AC3E}">
        <p14:creationId xmlns:p14="http://schemas.microsoft.com/office/powerpoint/2010/main" val="6005913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6024E-773D-47B6-82FE-94C7E8CE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C8DB4-36CE-4C8C-8B82-AE1CB102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rPr>
              <a:t>STEP 1 OF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49882-3374-4040-85EA-0BAE5B3A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Entry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8CE14-8F89-4C63-B4F5-6AC3E5DB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rPr>
              <a:t>⏱ 03:00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837F5-8757-4475-8C18-F665F380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TODAY  Open files  |  Think  |  Notes  |  Read  |  Model  | 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0A398-6165-4B7B-AACC-245E7D3A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FDEB3-514E-4184-A3F7-5EE8A06D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00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Open Chapter 1 notes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973C1-929F-4C47-A1F6-45658E54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E525D-3F96-47FD-9D53-4055DAEC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457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Open the textbook to page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7C625-1DBF-4034-AC95-1ABC0DFC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3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23A48"/>
                </a:solidFill>
                <a:latin typeface="Helvetica Neue"/>
                <a:ea typeface="Helvetica Neue"/>
                <a:cs typeface="Helvetica Neue"/>
              </a:rPr>
              <a:t>Missing a file? Ask your partner first. Then raise your hand.</a:t>
            </a:r>
          </a:p>
        </p:txBody>
      </p:sp>
    </p:spTree>
    <p:extLst>
      <p:ext uri="{BB962C8B-B14F-4D97-AF65-F5344CB8AC3E}">
        <p14:creationId xmlns:p14="http://schemas.microsoft.com/office/powerpoint/2010/main" val="7781851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E9B5F-5341-4A9E-9DA1-B5623ADB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4045E-47F0-4677-B599-3D670476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rPr>
              <a:t>STEP 2 OF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0F9CF-404B-4605-A187-AC78BD47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Limited 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F824D-4F7B-483C-88D5-0343D8E2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rPr>
              <a:t>⏱ 05:00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8405D-60B4-48EC-9429-99528024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TODAY  Open files  |  Think  |  Notes  |  Read  |  Model  |  Practice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33881144449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390525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F3DA6-745C-4B60-A49B-71486108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192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You have $40 and two free hours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ECB57-3A44-4907-995F-E59B2226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Choose one purchase or activity.</a:t>
            </a:r>
          </a:p>
          <a:p xmlns:a="http://schemas.openxmlformats.org/drawingml/2006/main">
            <a:pPr>
              <a:defRPr sz="24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What must wait?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CABB0-5C43-4B31-8526-1639B717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291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rPr>
              <a:t>THINK  60 seconds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70753-62E4-4ED9-A73B-45726917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006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rPr>
              <a:t>PARTNER  90 seconds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4E27D-62C1-4BC9-B1FE-F1977FB0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721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SHARE  3 answers</a:t>
            </a:r>
          </a:p>
        </p:txBody>
      </p:sp>
    </p:spTree>
    <p:extLst>
      <p:ext uri="{BB962C8B-B14F-4D97-AF65-F5344CB8AC3E}">
        <p14:creationId xmlns:p14="http://schemas.microsoft.com/office/powerpoint/2010/main" val="1601376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53C59-BF32-45D1-96F0-4E97499D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2DDFB-9975-4EE9-9050-CF4EFB78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rPr>
              <a:t>STEP 2 OF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7D928-96F9-4A3D-A7D8-3E3C1527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Economics explains the choice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CAD2C-BDAE-4181-91E4-E7F932E7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rPr>
              <a:t>⏱ 02:00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7AFC0-7F14-4AC2-840C-BCA7D533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TODAY  Open files  |  Think  |  Notes  |  Read  |  Model  | 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5365A-2C2E-45B9-877A-71DDC59D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rPr>
              <a:t>UNLIMITED WANTS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5F73D-EA7B-4B3B-9B2C-49064EC4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241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but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93AEE-F9DF-465D-B9E1-7C48D14A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rPr>
              <a:t>LIMITED RESOURCES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C99C2-FE00-4103-8189-A4A48A14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Economics studies how people and businesses make these choices.</a:t>
            </a:r>
          </a:p>
        </p:txBody>
      </p:sp>
    </p:spTree>
    <p:extLst>
      <p:ext uri="{BB962C8B-B14F-4D97-AF65-F5344CB8AC3E}">
        <p14:creationId xmlns:p14="http://schemas.microsoft.com/office/powerpoint/2010/main" val="10722930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467E8-B411-4448-BC40-50B0B50A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A0860-1E38-410B-9268-2DEC0B03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rPr>
              <a:t>STEP 3 OF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671FC-D90D-4883-96A6-A94F90E2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Three business activities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226D4-912E-4A51-9B4A-40D0F37C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rPr>
              <a:t>⏱ 04:00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9B76C-C504-489F-B500-865EFC3D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TODAY  Open files  |  Think  |  Notes  |  Read  |  Model  |  Practice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d07bddbd747c6"/>
          <a:srcRect xmlns:a="http://schemas.openxmlformats.org/drawingml/2006/main" l="0" t="4545" r="0" b="45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79070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77f8454864c8b"/>
          <a:srcRect xmlns:a="http://schemas.openxmlformats.org/drawingml/2006/main" l="0" t="4545" r="0" b="45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4375" y="179070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261c8b7124939"/>
          <a:srcRect xmlns:a="http://schemas.openxmlformats.org/drawingml/2006/main" l="0" t="4545" r="0" b="45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53450" y="179070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3B07A-0008-4820-965F-9B21D3FB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OPERATIONAL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A273D-8DEA-49CB-9238-AA725585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81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rPr>
              <a:t>INVESTING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05F16-F7E0-4D7E-97B4-AA51E1C5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81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rPr>
              <a:t>FINANCIAL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8A61D-196B-420C-8135-6F624903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Daily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EA68C-8471-441C-A487-1C92036F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197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Money used to build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6F5AD-FA2E-43C6-8BDC-3E50478F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197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Money entering or leaving</a:t>
            </a:r>
          </a:p>
        </p:txBody>
      </p:sp>
    </p:spTree>
    <p:extLst>
      <p:ext uri="{BB962C8B-B14F-4D97-AF65-F5344CB8AC3E}">
        <p14:creationId xmlns:p14="http://schemas.microsoft.com/office/powerpoint/2010/main" val="12963241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E83CD-7802-435F-A1A6-CB58F9B1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63025-34F8-4B02-825F-27FC0677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rPr>
              <a:t>STEP 3 OF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B45AC-BDC1-4692-B16A-74CC7FD7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Operational functions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C9E6C-EFC6-41CB-953C-7C41A1A3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rPr>
              <a:t>⏱ 03:00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896D9-F5DF-44AB-A760-3EEB3D10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TODAY  Open files  |  Think  |  Notes  |  Read  |  Model  | 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56E29-07EC-4B7A-9C23-5DDCA0E8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rPr>
              <a:t>PRODUCTION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7F366-6516-4080-94B0-42D910FD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Creates goods or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66C5C-51DA-4951-B1C2-79077A6D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rPr>
              <a:t>MARKETING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59B68-523C-49C1-AEF2-AD1807A0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Studies demand and competition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23F7F-1F44-4EDE-A950-2CEC8A52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MANAGEMENT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F3CE7-C428-49CC-B920-44697858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Leads employees and plans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3EAD9-E7E1-49F0-A5CA-F92E14E4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57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23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23A48"/>
                </a:solidFill>
                <a:latin typeface="Helvetica Neue"/>
                <a:ea typeface="Helvetica Neue"/>
                <a:cs typeface="Helvetica Neue"/>
              </a:rPr>
              <a:t>FINANCE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F58A3-473F-4303-8E6F-36DD6C1E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Handles daily money tasks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C61F2-899B-49F0-84C7-68C326FE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95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Quick check: Which function would fix a software bug?</a:t>
            </a:r>
          </a:p>
        </p:txBody>
      </p:sp>
    </p:spTree>
    <p:extLst>
      <p:ext uri="{BB962C8B-B14F-4D97-AF65-F5344CB8AC3E}">
        <p14:creationId xmlns:p14="http://schemas.microsoft.com/office/powerpoint/2010/main" val="8780161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26B8E-D22E-433D-A0AD-F97AE702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A43AA-FDBB-440F-B06B-98D6DBF3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rPr>
              <a:t>STEP 4 OF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50BBF-A880-4E29-9B3A-64A05246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Reading pages 3–7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020A7-6599-407C-B985-6EF8585A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rPr>
              <a:t>⏱ 15:00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FF656-3AEB-4600-865F-8E058051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TODAY  Open files  |  Think  |  Notes  |  Read  |  Model  | 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B5725-0F99-46BD-B0E8-A258CA6A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rPr>
              <a:t>PAGE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D7DAC-07CA-454A-A737-A344C2B0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3–7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2C23D-2323-4508-81CE-49BF36E8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764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While we 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2F6AE-F6B5-40C8-9E8E-D49FC145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723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1. Follow the paragraph</a:t>
            </a:r>
          </a:p>
          <a:p xmlns:a="http://schemas.openxmlformats.org/drawingml/2006/main">
            <a:pPr>
              <a:defRPr sz="21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2. Listen for a key term</a:t>
            </a:r>
          </a:p>
          <a:p xmlns:a="http://schemas.openxmlformats.org/drawingml/2006/main">
            <a:pPr>
              <a:defRPr sz="21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3. Be ready when called</a:t>
            </a:r>
          </a:p>
          <a:p xmlns:a="http://schemas.openxmlformats.org/drawingml/2006/main">
            <a:pPr>
              <a:defRPr sz="21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4. Ask when a sentence is unclear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F5708-5D8B-494C-9346-E1F3C5D0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435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rPr>
              <a:t>Teacher and students share the reading</a:t>
            </a:r>
          </a:p>
        </p:txBody>
      </p:sp>
    </p:spTree>
    <p:extLst>
      <p:ext uri="{BB962C8B-B14F-4D97-AF65-F5344CB8AC3E}">
        <p14:creationId xmlns:p14="http://schemas.microsoft.com/office/powerpoint/2010/main" val="14336185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17365-23BD-4B22-A7AD-9C30F424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B0AF3-CD41-48D9-B3BF-83772A02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rPr>
              <a:t>STEP 5 OF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A994B-6DF8-4FE6-AC5A-83C06C6A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Terms to Know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BD89A-585E-44A5-BD37-BCFBC3E4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rPr>
              <a:t>⏱ 05:00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A68EF-C11A-43FD-8E45-4373654E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TODAY  Open files  |  Think  |  Notes  |  Read  |  Model  |  Practice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9abfd5a0b47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57350"/>
            <a:ext cx="371475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675BA-CB7C-4535-AB03-134C1942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D2632-0D81-4ECE-ADDA-2ED1A4CC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Economics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8A66B-3172-425C-8F8F-EEAED6C6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rPr>
              <a:t>IN YOUR OWN WORDS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D6475-0C07-4F98-AD36-376A2315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619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How people and businesses choose when they cannot have everything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87F3A-E70F-415C-8EF1-D4D479F9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148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F3F97-4C79-4732-B33B-F5803623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1490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A shop spends its limited money on supplies before decorations.</a:t>
            </a:r>
          </a:p>
        </p:txBody>
      </p:sp>
    </p:spTree>
    <p:extLst>
      <p:ext uri="{BB962C8B-B14F-4D97-AF65-F5344CB8AC3E}">
        <p14:creationId xmlns:p14="http://schemas.microsoft.com/office/powerpoint/2010/main" val="576019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1CF5A-763C-4BF5-8FB8-2C024868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CEDBE-B8B6-4702-8D83-BB63DB28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rPr>
              <a:t>STEP 6 OF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80E91-AC67-45E5-8283-5B81F1C6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Independent Terms to Know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6EF4D-1A38-4BAA-8799-AF2968DB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rPr>
              <a:t>⏱ 06:00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D8846-A20D-4DAE-BE2E-B3901B8A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TODAY  Open files  |  Think  |  Notes  |  Read  |  Model  | 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69ADB-65CB-4D72-93C1-C2DA2ED0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0F105-0FDC-436F-8613-467F8618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52600"/>
            <a:ext cx="819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Open the Terms to Know 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175D4-1945-44D8-8868-E5E9B16D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CAA6B-DD50-4C26-AE0D-9824E92E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57500"/>
            <a:ext cx="819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Complete the next term in chapter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69B0C-5E06-4274-9E8F-65FDD953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624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8C438-0C38-4BAF-A47E-C907B22A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62400"/>
            <a:ext cx="819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Save in the Principles of Marketing folder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669EB-0B38-4C6A-9A4E-14AC9E63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23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23A48"/>
                </a:solidFill>
                <a:latin typeface="Helvetica Neue"/>
                <a:ea typeface="Helvetica Neue"/>
                <a:cs typeface="Helvetica Neue"/>
              </a:rPr>
              <a:t>Need help? Partner first, then raise your hand.</a:t>
            </a:r>
          </a:p>
        </p:txBody>
      </p:sp>
    </p:spTree>
    <p:extLst>
      <p:ext uri="{BB962C8B-B14F-4D97-AF65-F5344CB8AC3E}">
        <p14:creationId xmlns:p14="http://schemas.microsoft.com/office/powerpoint/2010/main" val="6487131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E654B-F2B2-4827-85EF-324E058A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6BEC2-E613-47EC-BCE0-C5D054B9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rPr>
              <a:t>STEP 6 OF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31592-AD02-4ECE-8127-C1B2CB3D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Activity sort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9B693-E0E6-4488-BFA5-48D70357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rPr>
              <a:t>⏱ 03:00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944DD-C5DF-4386-81D1-AE4B8FA3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TODAY  Open files  |  Think  |  Notes  |  Read  |  Model  | 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37CE4-5872-4AE6-B22C-42C090AB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1078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Show 1, 2, or 3 with your fingers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2966A-E146-4132-AA5F-4CDEE517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  OPERATIONAL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DE87F-5E52-40CE-B086-4A93F0E6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14600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  INVESTING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E1A54-6C20-4563-B30E-21696AAA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4600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  FINANCIAL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AE1C0-E8D8-4AE0-9FC8-B5967E14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100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A bakery buys a new oven.</a:t>
            </a:r>
          </a:p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A bakery pays its employees.</a:t>
            </a:r>
          </a:p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A bakery makes today’s bread.</a:t>
            </a:r>
          </a:p>
        </p:txBody>
      </p:sp>
    </p:spTree>
    <p:extLst>
      <p:ext uri="{BB962C8B-B14F-4D97-AF65-F5344CB8AC3E}">
        <p14:creationId xmlns:p14="http://schemas.microsoft.com/office/powerpoint/2010/main" val="20230481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F7C1F-8385-4F48-8C36-911B7C2B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E01F0-46CC-4F5D-AAC8-08B4F821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rPr>
              <a:t>STEP 6 OF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53377-547B-43EC-874C-2F1913A9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Exit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E7379-D033-42B8-AFAA-34D3C8B8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rPr>
              <a:t>⏱ 02:00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A2D2D-BE29-48F9-A931-1D9EA74C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16B"/>
                </a:solidFill>
                <a:latin typeface="Helvetica Neue"/>
                <a:ea typeface="Helvetica Neue"/>
                <a:cs typeface="Helvetica Neue"/>
              </a:rPr>
              <a:t>TODAY  Open files  |  Think  |  Notes  |  Read  |  Model  | 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5E5A1-6A86-462D-9656-BDEF4006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2355B"/>
                </a:solidFill>
                <a:latin typeface="Helvetica Neue"/>
                <a:ea typeface="Helvetica Neue"/>
                <a:cs typeface="Helvetica Neue"/>
              </a:rPr>
              <a:t>One business activity I understand is ______.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65EF1-B98D-46E7-AB04-CA09D7C3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895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My example is ______ because ______.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9CEE7-4090-4B7B-8516-7FF0C860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78C82"/>
                </a:solidFill>
                <a:latin typeface="Helvetica Neue"/>
                <a:ea typeface="Helvetica Neue"/>
                <a:cs typeface="Helvetica Neue"/>
              </a:rPr>
              <a:t>Say it  •  write it  •  point to your notes</a:t>
            </a:r>
          </a:p>
        </p:txBody>
      </p:sp>
    </p:spTree>
    <p:extLst>
      <p:ext uri="{BB962C8B-B14F-4D97-AF65-F5344CB8AC3E}">
        <p14:creationId xmlns:p14="http://schemas.microsoft.com/office/powerpoint/2010/main" val="6798346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D6940-3745-4CCC-8AC3-9ECC0392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UPCOMING TARGETS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32E0C-58A7-4CA2-B157-CF85D655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Chapter 1 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CA5FB-6850-4860-A855-3D905ED1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SEP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7CB91-6E55-4A04-A29F-D47F6CB1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Terms to Know due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DC681-C0CD-4559-A070-96795BAE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SEP 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3F3F2-0902-4A91-A16A-2DF25DC3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Notes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01E1B-0154-4218-9387-B0E18CC4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SEP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CE8B4-7748-42CE-8EF9-EDE39DF0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 due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A2CB8-321C-4BEE-BA55-9D77E8A3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SEP 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55BE9-4257-4183-A012-3923FEF1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Assessment planned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8843E-5A0C-4768-80C2-3181AF30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7D31"/>
                </a:solidFill>
                <a:latin typeface="Helvetica Neue"/>
                <a:ea typeface="Helvetica Neue"/>
                <a:cs typeface="Helvetica Neue"/>
              </a:rPr>
              <a:t>The September 25 schedule may change the assessment date.</a:t>
            </a:r>
          </a:p>
        </p:txBody>
      </p:sp>
    </p:spTree>
    <p:extLst>
      <p:ext uri="{BB962C8B-B14F-4D97-AF65-F5344CB8AC3E}">
        <p14:creationId xmlns:p14="http://schemas.microsoft.com/office/powerpoint/2010/main" val="447297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2026-09-15T04:23:54.4570000Z</dcterms:created>
  <dcterms:modified xsi:type="dcterms:W3CDTF">2026-09-15T04:23:54.4570000Z</dcterms:modified>
</coreProperties>
</file>
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4.jpeg" ContentType="image/jpeg"/>
  <Override PartName="/ppt/media/image2.jpeg" ContentType="image/jpeg"/>
  <Override PartName="/ppt/media/image1.png" ContentType="image/png"/>
  <Override PartName="/ppt/media/image3.jpeg" ContentType="image/jpeg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94AF82-1875-401C-8EC5-7DE18C7A286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MONDAY. Chapter 1 pp. 10–11; SBTE 9.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A fictional school-spirit shop is choosing its next hoodie. What should the shop do first? Think before choosing.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What should the shop do FIRST?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B. Ask likely buyers about their wants and needs before selecting the next hoodie. The scene illustrates possible decisions; it does not mean all three have already happened.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Customer evidence helps a business choose.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p. 10: “The Purpose of Marketing”.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1 (optional, choose at most one): What could the shop ask about the hoodie?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2: How could that answer change what it sells?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The whole scene and main question appear immediately. Give students a few seconds to notice. Click once for the supporting scenario text, then advance when ready.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MONDAY. Chapter 1 pp. 10–11; SBTE 9.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A fictional school-spirit shop is choosing its next hoodie. What should the shop do first? Think before choosing.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What should the shop do FIRST?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B. Ask likely buyers about their wants and needs before selecting the next hoodie. The scene illustrates possible decisions; it does not mean all three have already happened.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Customer evidence helps a business choose.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p. 10: “The Purpose of Marketing”.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1 (optional, choose at most one): What could the shop ask about the hoodie?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2: How could that answer change what it sells?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Six clicks: picture 1, its label, replace with picture 2, its label, replace with picture 3, its label. Pause briefly on each picture. Invite a tentative choice as each appears; students may revise it. Read each label aloud. Use Back to revisit an earlier picture if needed. The next click advances to CHECK + CONNECT; do not advance until responses are collected.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MONDAY. Chapter 1 pp. 10–11; SBTE 9.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A fictional school-spirit shop is choosing its next hoodie. What should the shop do first? Think before choosing.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What should the shop do FIRST?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B. Ask likely buyers about their wants and needs before selecting the next hoodie. The scene illustrates possible decisions; it does not mean all three have already happened.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Customer evidence helps a business choose.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p. 10: “The Purpose of Marketing”.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1 (optional, choose at most one): What could the shop ask about the hoodie?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FOLLOW-UP 2: How could that answer change what it sells?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The focused image appears first. Click 1 reveals the answer and academic term. Click 2 reveals the reading cue and explanation. Click 3 reveals the one-line closer. Keep the full opener within three minutes.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90000"/>
              </a:lnSpc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MONDAY · NOTICE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3:00 TOTAL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3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Would this hoodie work for everyone?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09480" y="1419120"/>
            <a:ext cx="109533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A fictional school-spirit shop is choosing its next hoodie.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What should the shop do first? Think before choosing.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Chapter 1 pp. 10–11; SBTE 9     LOOK QUIETLY · 20 seconds     1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609480" y="1905120"/>
            <a:ext cx="1097244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MONDAY · CHOOSE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· 0:40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What should the shop do FIRST?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09480" y="1419120"/>
            <a:ext cx="1095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one. Point, show fingers, write, or answer quietly.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609480" y="233352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609480" y="471492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A  Pick our favorite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4390920" y="271476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4390920" y="509580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B  Ask likely buyers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3"/>
          <a:stretch/>
        </p:blipFill>
        <p:spPr>
          <a:xfrm>
            <a:off x="8172360" y="233352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8172360" y="471492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  Order a huge batch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first. Be ready to give one reason.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pp. 10–11 · SBTE 9     Point to the clue that supports your answer.     2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MONDAY · CHECK + CONNECT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REVEAL · 1:40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B  Ask likely buyers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09480" y="1419120"/>
            <a:ext cx="1095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MARKETING CONCEPT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998280" y="2333520"/>
            <a:ext cx="417492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6095880" y="2428920"/>
            <a:ext cx="5333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7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Open p. 10: “The Purpose of Marketing”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095880" y="3648240"/>
            <a:ext cx="53337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17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Customer needs guide company goals and profit decisions.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Customer evidence helps a business choose.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pp. 10–11 · SBTE 9     Stop at 3:00 total.     3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LibreOffice/25.8.0.4$MacOSX_AARCH64 LibreOffice_project/48f00303701489684e67c38c28aff00cd5929e67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2026-09-18T01:30:47Z</dcterms:created>
  <dc:creator>Walnut Exporter</dc:creator>
  <dc:description/>
  <dc:language>en-US</dc:language>
  <cp:lastModifiedBy>Walnut Exporter</cp:lastModifiedBy>
  <dcterms:modified xsi:type="dcterms:W3CDTF">2026-09-18T01:30:47Z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
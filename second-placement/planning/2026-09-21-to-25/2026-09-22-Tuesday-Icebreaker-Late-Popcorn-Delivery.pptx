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4.jpeg" ContentType="image/jpeg"/>
  <Override PartName="/ppt/media/image2.jpeg" ContentType="image/jpeg"/>
  <Override PartName="/ppt/media/image1.png" ContentType="image/png"/>
  <Override PartName="/ppt/media/image3.jpeg" ContentType="image/jpeg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7D83D3F-AABE-43FC-8146-32794926636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TUESDAY. Chapter 1 pp. 11–12; SBTE 10. THREE-MINUTE MAXIMUM.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SEQUENCE: slide 4: whole scene, 20 seconds quiet noticing; slide 5: the same scene cropped into three details, 40 seconds choosing; slide 6: reveal after responses, 50 seconds checking and 50 seconds connecting to reading, 20 seconds buffer. No automatic countdown. Click-controlled appear/disappear effects.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SAY ON NOTICE: The club ordered popcorn early. It arrived after the game. What should the seller fix for the next game?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SAY ON CHOOSE: Which change solves the late-delivery problem? Read the three short labels once. Do not show the reveal before students respond.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ANSWER AND EXPLANATION: C. Fix delivery timing. Point to the empty cups, disappointed seller, concerned driver, departing customers and empty seats. The popcorn in the center is a picture on an unused advertisement, not food already sold. The right crop shows the problem to fix, not successful delivery.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CLOSE: A product must reach customers at the right time.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READING TRANSITION: Open pp. 11–12: “Marketing Mix”. Resume the actual section stopping point, not the calendar alone.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VISUAL SOURCE: Built-in image generation; fictional people and settings, not actual Eastridge students or facilities. Whole image first, exact source crops second, focused crop at reveal. Assets: ../assets/2026-09-21-to-25-visual-v3/whole-scenes/tuesday.png.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CUES: The whole scene and main question appear immediately. Give students a few seconds to notice. Click once for the supporting scenario text, then advance when ready.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TUESDAY. Chapter 1 pp. 11–12; SBTE 10. THREE-MINUTE MAXIMUM.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SEQUENCE: slide 4: whole scene, 20 seconds quiet noticing; slide 5: the same scene cropped into three details, 40 seconds choosing; slide 6: reveal after responses, 50 seconds checking and 50 seconds connecting to reading, 20 seconds buffer. No automatic countdown. Click-controlled appear/disappear effects.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SAY ON NOTICE: The club ordered popcorn early. It arrived after the game. What should the seller fix for the next game?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SAY ON CHOOSE: Which change solves the late-delivery problem? Read the three short labels once. Do not show the reveal before students respond.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ANSWER AND EXPLANATION: C. Fix delivery timing. Point to the empty cups, disappointed seller, concerned driver, departing customers and empty seats. The popcorn in the center is a picture on an unused advertisement, not food already sold. The right crop shows the problem to fix, not successful delivery.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CLOSE: A product must reach customers at the right time.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READING TRANSITION: Open pp. 11–12: “Marketing Mix”. Resume the actual section stopping point, not the calendar alone.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VISUAL SOURCE: Built-in image generation; fictional people and settings, not actual Eastridge students or facilities. Whole image first, exact source crops second, focused crop at reveal. Assets: ../assets/2026-09-21-to-25-visual-v3/whole-scenes/tuesday.png.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CUES: Six clicks: picture 1, its label, replace with picture 2, its label, replace with picture 3, its label. Pause briefly on each picture. Invite a tentative choice as each appears; students may revise it. Read each label aloud. Use Back to revisit an earlier picture if needed. The next click advances to CHECK + CONNECT; do not advance until responses are collected.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TUESDAY. Chapter 1 pp. 11–12; SBTE 10. THREE-MINUTE MAXIMUM.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SEQUENCE: slide 4: whole scene, 20 seconds quiet noticing; slide 5: the same scene cropped into three details, 40 seconds choosing; slide 6: reveal after responses, 50 seconds checking and 50 seconds connecting to reading, 20 seconds buffer. No automatic countdown. Click-controlled appear/disappear effects.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SAY ON NOTICE: The club ordered popcorn early. It arrived after the game. What should the seller fix for the next game?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SAY ON CHOOSE: Which change solves the late-delivery problem? Read the three short labels once. Do not show the reveal before students respond.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ANSWER AND EXPLANATION: C. Fix delivery timing. Point to the empty cups, disappointed seller, concerned driver, departing customers and empty seats. The popcorn in the center is a picture on an unused advertisement, not food already sold. The right crop shows the problem to fix, not successful delivery.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CLOSE: A product must reach customers at the right time.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READING TRANSITION: Open pp. 11–12: “Marketing Mix”. Resume the actual section stopping point, not the calendar alone.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VISUAL SOURCE: Built-in image generation; fictional people and settings, not actual Eastridge students or facilities. Whole image first, exact source crops second, focused crop at reveal. Assets: ../assets/2026-09-21-to-25-visual-v3/whole-scenes/tuesday.png.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CUES: The focused image appears first. Click 1 reveals the answer and academic term. Click 2 reveals the reading cue and explanation. Click 3 reveals the one-line closer. Keep the full opener within three minutes.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90000"/>
              </a:lnSpc>
              <a:buNone/>
            </a:pP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1760" cy="132840"/>
          </a:xfrm>
          <a:prstGeom prst="rect">
            <a:avLst/>
          </a:prstGeom>
          <a:solidFill>
            <a:srgbClr val="f48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609480" y="304920"/>
            <a:ext cx="8762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80" strike="noStrike" u="none">
                <a:solidFill>
                  <a:srgbClr val="087a7b"/>
                </a:solidFill>
                <a:effectLst/>
                <a:uFillTx/>
                <a:latin typeface="Arial"/>
                <a:ea typeface="Arial"/>
              </a:rPr>
              <a:t>TUESDAY · NOTICE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9810720" y="285840"/>
            <a:ext cx="18568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3:00 TOTAL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609480" y="762120"/>
            <a:ext cx="10953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330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Ordered ahead. Delivered too late.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09480" y="1419120"/>
            <a:ext cx="1095336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The club ordered popcorn early. It arrived after the game.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09480" y="5762520"/>
            <a:ext cx="10972440" cy="628200"/>
          </a:xfrm>
          <a:prstGeom prst="rect">
            <a:avLst/>
          </a:prstGeom>
          <a:solidFill>
            <a:srgbClr val="dcef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800280" y="5867280"/>
            <a:ext cx="1057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95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What should the seller fix for the next game?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609480" y="6505560"/>
            <a:ext cx="109058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280" strike="noStrike" u="none">
                <a:solidFill>
                  <a:srgbClr val="087a7b"/>
                </a:solidFill>
                <a:effectLst/>
                <a:uFillTx/>
                <a:latin typeface="Arial"/>
                <a:ea typeface="Arial"/>
              </a:rPr>
              <a:t>Chapter 1 pp. 11–12; SBTE 10     LOOK QUIETLY · 20 seconds     4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609480" y="1905120"/>
            <a:ext cx="10972440" cy="365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0"/>
            <a:ext cx="12191760" cy="132840"/>
          </a:xfrm>
          <a:prstGeom prst="rect">
            <a:avLst/>
          </a:prstGeom>
          <a:solidFill>
            <a:srgbClr val="f48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609480" y="304920"/>
            <a:ext cx="8762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80" strike="noStrike" u="none">
                <a:solidFill>
                  <a:srgbClr val="087a7b"/>
                </a:solidFill>
                <a:effectLst/>
                <a:uFillTx/>
                <a:latin typeface="Arial"/>
                <a:ea typeface="Arial"/>
              </a:rPr>
              <a:t>TUESDAY · CHOOSE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9810720" y="285840"/>
            <a:ext cx="18568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CHOOSE · 0:40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609480" y="762120"/>
            <a:ext cx="10953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Which change solves the late-delivery problem?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609480" y="1419120"/>
            <a:ext cx="109533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Choose one. Point, show fingers, write, or answer quietly.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609480" y="2333520"/>
            <a:ext cx="3409560" cy="23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"/>
          <p:cNvSpPr/>
          <p:nvPr/>
        </p:nvSpPr>
        <p:spPr>
          <a:xfrm>
            <a:off x="609480" y="4714920"/>
            <a:ext cx="34095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95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A  Change the packaging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2"/>
          <a:stretch/>
        </p:blipFill>
        <p:spPr>
          <a:xfrm>
            <a:off x="4390920" y="2714760"/>
            <a:ext cx="3409560" cy="23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"/>
          <p:cNvSpPr/>
          <p:nvPr/>
        </p:nvSpPr>
        <p:spPr>
          <a:xfrm>
            <a:off x="4390920" y="5095800"/>
            <a:ext cx="34095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95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B  Make a bigger ad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" descr=""/>
          <p:cNvPicPr/>
          <p:nvPr/>
        </p:nvPicPr>
        <p:blipFill>
          <a:blip r:embed="rId3"/>
          <a:stretch/>
        </p:blipFill>
        <p:spPr>
          <a:xfrm>
            <a:off x="8172360" y="2333520"/>
            <a:ext cx="3409560" cy="23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"/>
          <p:cNvSpPr/>
          <p:nvPr/>
        </p:nvSpPr>
        <p:spPr>
          <a:xfrm>
            <a:off x="8172360" y="4714920"/>
            <a:ext cx="34095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95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C  Change delivery timing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609480" y="5762520"/>
            <a:ext cx="10972440" cy="628200"/>
          </a:xfrm>
          <a:prstGeom prst="rect">
            <a:avLst/>
          </a:prstGeom>
          <a:solidFill>
            <a:srgbClr val="dcef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800280" y="5867280"/>
            <a:ext cx="1057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95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Choose first. Be ready to give one reason.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609480" y="6505560"/>
            <a:ext cx="109058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280" strike="noStrike" u="none">
                <a:solidFill>
                  <a:srgbClr val="087a7b"/>
                </a:solidFill>
                <a:effectLst/>
                <a:uFillTx/>
                <a:latin typeface="Arial"/>
                <a:ea typeface="Arial"/>
              </a:rPr>
              <a:t>pp. 11–12 · SBTE 10     Point to the clue that supports your answer.     5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0" y="0"/>
            <a:ext cx="12191760" cy="132840"/>
          </a:xfrm>
          <a:prstGeom prst="rect">
            <a:avLst/>
          </a:prstGeom>
          <a:solidFill>
            <a:srgbClr val="f48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09480" y="304920"/>
            <a:ext cx="8762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80" strike="noStrike" u="none">
                <a:solidFill>
                  <a:srgbClr val="087a7b"/>
                </a:solidFill>
                <a:effectLst/>
                <a:uFillTx/>
                <a:latin typeface="Arial"/>
                <a:ea typeface="Arial"/>
              </a:rPr>
              <a:t>TUESDAY · CHECK + CONNECT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9810720" y="285840"/>
            <a:ext cx="18568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REVEAL · 1:40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609480" y="762120"/>
            <a:ext cx="10953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C  Deliver before the game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09480" y="1419120"/>
            <a:ext cx="109533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PLACE IN THE MARKETING MIX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998280" y="2333520"/>
            <a:ext cx="4174920" cy="285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"/>
          <p:cNvSpPr/>
          <p:nvPr/>
        </p:nvSpPr>
        <p:spPr>
          <a:xfrm>
            <a:off x="6095880" y="2428920"/>
            <a:ext cx="533376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70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Open pp. 11–12: “Marketing Mix”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095880" y="3648240"/>
            <a:ext cx="5333760" cy="13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217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Place includes how, where, and when a product reaches customers.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609480" y="5762520"/>
            <a:ext cx="10972440" cy="628200"/>
          </a:xfrm>
          <a:prstGeom prst="rect">
            <a:avLst/>
          </a:prstGeom>
          <a:solidFill>
            <a:srgbClr val="dcef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800280" y="5867280"/>
            <a:ext cx="1057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950" strike="noStrike" u="none">
                <a:solidFill>
                  <a:srgbClr val="17334d"/>
                </a:solidFill>
                <a:effectLst/>
                <a:uFillTx/>
                <a:latin typeface="Arial"/>
                <a:ea typeface="Arial"/>
              </a:rPr>
              <a:t>A product must reach customers at the right time.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09480" y="6505560"/>
            <a:ext cx="109058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280" strike="noStrike" u="none">
                <a:solidFill>
                  <a:srgbClr val="087a7b"/>
                </a:solidFill>
                <a:effectLst/>
                <a:uFillTx/>
                <a:latin typeface="Arial"/>
                <a:ea typeface="Arial"/>
              </a:rPr>
              <a:t>pp. 11–12 · SBTE 10     Stop at 3:00 total.     6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" dur="indefinite" restart="never" nodeType="tmRoot">
          <p:childTnLst>
            <p:seq>
              <p:cTn id="4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LibreOffice/25.8.0.4$MacOSX_AARCH64 LibreOffice_project/48f00303701489684e67c38c28aff00cd5929e67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2026-09-18T01:30:47Z</dcterms:created>
  <dc:creator>Walnut Exporter</dc:creator>
  <dc:description/>
  <dc:language>en-US</dc:language>
  <cp:lastModifiedBy>Walnut Exporter</cp:lastModifiedBy>
  <dcterms:modified xsi:type="dcterms:W3CDTF">2026-09-18T01:30:47Z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
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822dd07ae24ef5" /><Relationship Type="http://schemas.openxmlformats.org/officeDocument/2006/relationships/extended-properties" Target="/docProps/app.xml" Id="Rb4656eca8a554190" /><Relationship Type="http://schemas.openxmlformats.org/officeDocument/2006/relationships/officeDocument" Target="/ppt/presentation.xml" Id="R6a89cff3ba51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199d7c32d42f1"/>
  </p:sldMasterIdLst>
  <p:notesMasterIdLst>
    <p:notesMasterId xmlns:r="http://schemas.openxmlformats.org/officeDocument/2006/relationships" r:id="R322e683a71ff4086"/>
  </p:notesMasterIdLst>
  <p:sldIdLst>
    <p:sldId xmlns:r="http://schemas.openxmlformats.org/officeDocument/2006/relationships" id="256" r:id="R341d9a75452a406f"/>
    <p:sldId xmlns:r="http://schemas.openxmlformats.org/officeDocument/2006/relationships" id="257" r:id="R8fc0154eb15a4a20"/>
    <p:sldId xmlns:r="http://schemas.openxmlformats.org/officeDocument/2006/relationships" id="258" r:id="R76e66180da6842e0"/>
    <p:sldId xmlns:r="http://schemas.openxmlformats.org/officeDocument/2006/relationships" id="259" r:id="Rd7b419bffd48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afad58dd8456a" /><Relationship Type="http://schemas.openxmlformats.org/officeDocument/2006/relationships/slideMaster" Target="/ppt/slideMasters/slideMaster1.xml" Id="R8b0199d7c32d42f1" /><Relationship Type="http://schemas.openxmlformats.org/officeDocument/2006/relationships/notesMaster" Target="/ppt/notesMasters/notesMaster1.xml" Id="R322e683a71ff4086" /><Relationship Type="http://schemas.openxmlformats.org/officeDocument/2006/relationships/presProps" Target="/ppt/presProps.xml" Id="R1ca8b1361feb4402" /><Relationship Type="http://schemas.openxmlformats.org/officeDocument/2006/relationships/tableStyles" Target="/ppt/tableStyles.xml" Id="Ra61b6e87dea34829" /><Relationship Type="http://schemas.openxmlformats.org/officeDocument/2006/relationships/slide" Target="/ppt/slides/slide1.xml" Id="R341d9a75452a406f" /><Relationship Type="http://schemas.openxmlformats.org/officeDocument/2006/relationships/slide" Target="/ppt/slides/slide2.xml" Id="R8fc0154eb15a4a20" /><Relationship Type="http://schemas.openxmlformats.org/officeDocument/2006/relationships/slide" Target="/ppt/slides/slide3.xml" Id="R76e66180da6842e0" /><Relationship Type="http://schemas.openxmlformats.org/officeDocument/2006/relationships/slide" Target="/ppt/slides/slide4.xml" Id="Rd7b419bffd48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98cf3cee942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3b9dbdfc749f6" /><Relationship Type="http://schemas.openxmlformats.org/officeDocument/2006/relationships/notesMaster" Target="/ppt/notesMasters/notesMaster1.xml" Id="Rc2e0630beb08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13005a59ed40f4" /><Relationship Type="http://schemas.openxmlformats.org/officeDocument/2006/relationships/notesMaster" Target="/ppt/notesMasters/notesMaster1.xml" Id="R5df3ecce41b34a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df8857e342458b" /><Relationship Type="http://schemas.openxmlformats.org/officeDocument/2006/relationships/notesMaster" Target="/ppt/notesMasters/notesMaster1.xml" Id="Rb032e95023444d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2e8d36c9545e3" /><Relationship Type="http://schemas.openxmlformats.org/officeDocument/2006/relationships/notesMaster" Target="/ppt/notesMasters/notesMaster1.xml" Id="R28684c6dfe1f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00:00:00–00:04:08. SBTE feedback applied: students generate the examples first; the teacher does not supply three answers. UDL: quiet think time plus multiple response modes.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00:14:05–00:25:26. The examples shown here are a listening bank for the teacher, not a menu students must choose from.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Practical Marketing page 7 example as discussed in the September 22 and September 23 transcripts. SBTE feedback applied: hold the model until after student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September 23 transcript, 00:03:24–00:04:08 and 00:25:02–00:25:26. The full seven-function list remains in the main activity deck; this five-minute starter uses one function to protect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534018bc442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04cce07034e77" /><Relationship Type="http://schemas.openxmlformats.org/officeDocument/2006/relationships/slideLayout" Target="/ppt/slideLayouts/slideLayout1.xml" Id="Ra8395be71eb0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395be71eb0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2cad32abf46e8" /><Relationship Type="http://schemas.openxmlformats.org/officeDocument/2006/relationships/notesSlide" Target="/ppt/notesSlides/notesSlide1.xml" Id="R72a2ae821f6946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d1c99ca346cb" /><Relationship Type="http://schemas.openxmlformats.org/officeDocument/2006/relationships/notesSlide" Target="/ppt/notesSlides/notesSlide2.xml" Id="R611149e3ef7a45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8bb82fdc6433a" /><Relationship Type="http://schemas.openxmlformats.org/officeDocument/2006/relationships/image" Target="/ppt/media/image.png" Id="R8b1e321bd37247cf" /><Relationship Type="http://schemas.openxmlformats.org/officeDocument/2006/relationships/notesSlide" Target="/ppt/notesSlides/notesSlide3.xml" Id="Re363121506bd45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f3e4acebe430a" /><Relationship Type="http://schemas.openxmlformats.org/officeDocument/2006/relationships/notesSlide" Target="/ppt/notesSlides/notesSlide4.xml" Id="R99ec15ccf18f46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EE7AB-5C91-4717-890E-F8E3D23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C3135-3812-4EFC-960A-6723ACD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FIVE-MINUTE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14B1D-4704-4306-AB5C-BE2B6227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Where does a phone make the customer experience easier?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16945-A39B-4F72-8FFC-285CCB1E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2B420-1810-4799-97B4-0914FE3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0C96B-BC89-4EE9-8C33-C41FB1E7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Think first. Then connect your example to marketing.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0BDD4-B3C0-43A9-AAEB-567A1B2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429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99404-9D4E-4946-A761-D637AEB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0:00–0:45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6CF50-7288-4ABD-BB00-C62221F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3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Think of one company or experience where a phone helps a customer.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BFC35-744D-430E-B7A8-A0473149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18A74-7146-4EC8-B46D-DB96148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0:45–2:00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FFC41-63DB-489C-B1A1-5238327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293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3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Tell a partner:</a:t>
            </a:r>
          </a:p>
          <a:p xmlns:a="http://schemas.openxmlformats.org/drawingml/2006/main">
            <a:pPr algn="ctr">
              <a:defRPr sz="19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What does the phone make easier?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98DA5-5BD0-4E83-9A16-4CD71CF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29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CD4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0C26F-260D-427C-A100-B6DBF7D7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2:00–5:00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013EF-9769-4F7B-B3C2-FF70FD2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93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19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Share two examples.</a:t>
            </a:r>
          </a:p>
          <a:p xmlns:a="http://schemas.openxmlformats.org/drawingml/2006/main">
            <a:pPr algn="ctr">
              <a:def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Then name one marketing function that could support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5A4D8-A947-45C0-9DBC-DD24D5E2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You may speak, point, write keywords, or use a prepared sentence.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BDD1A-5121-4BBE-A8B4-1683C822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81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Teacher cue: “I am giving you one minute to think. I will collect your ideas before showing a model.”</a:t>
            </a:r>
          </a:p>
        </p:txBody>
      </p:sp>
    </p:spTree>
    <p:extLst>
      <p:ext uri="{BB962C8B-B14F-4D97-AF65-F5344CB8AC3E}">
        <p14:creationId xmlns:p14="http://schemas.microsoft.com/office/powerpoint/2010/main" val="1975392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BCAE3-F567-4F45-99A6-81873055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529B3-A750-4BA2-8D2E-D9FB7A94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STUDENT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92EE6-5F2D-42C4-B6F2-3BC4BB0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Name the experience and the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0A823-DB2D-4509-A282-27CDE7DA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3328-A188-4564-9081-6A70BD3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EB4A3-CCB7-4DF2-B99E-7DB6260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PAIR SENTENCE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AA4B2-A168-4A4F-8DDA-56A654B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“Customers use their phones at ______ to ______.”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D3028-4FC4-48B3-9139-13483A48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MAKE IT 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B3BCD-B530-438C-A7D7-CB957609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71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What does the phone help the customer do? Find something? Order? Give feedback? Make a buying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4A58-10E1-42BF-807F-2CC08D9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LISTEN FOR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52FB-3CF7-455A-BE59-530B68A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A clear company or setting, a phone action, and a customer benefit.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8C08F-8F81-40BC-A53F-9B77196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445770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78AD6-2607-4699-B498-8EC6C98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CD4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7CD49"/>
                </a:solidFill>
                <a:latin typeface="Avenir Next"/>
                <a:ea typeface="Avenir Next"/>
                <a:cs typeface="Avenir Next"/>
              </a:rPr>
              <a:t>EXAMPLES YOU MIGHT HEAR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D1876-7413-45E3-9017-F514374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524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grocery pickup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movie order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mall map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stadium request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store rating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delivery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C2A64-B4BC-489C-A394-ED079E5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81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Teacher cue: collect ideas without correcting them yet. Ask, “How does that improve the customer’s experience?”</a:t>
            </a:r>
          </a:p>
        </p:txBody>
      </p:sp>
    </p:spTree>
    <p:extLst>
      <p:ext uri="{BB962C8B-B14F-4D97-AF65-F5344CB8AC3E}">
        <p14:creationId xmlns:p14="http://schemas.microsoft.com/office/powerpoint/2010/main" val="609681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4C634-8507-43C9-96CD-F402B41F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11170-6182-4B24-857E-1ABD50D6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ONE MODEL IF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84DF9-2D00-41E6-B5E8-9D5FC6D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The museum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20972-418F-49B0-8FDC-4D5ACFD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62087-887A-4BD0-943A-9B631D42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/ 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e321bd37247cf"/>
          <a:srcRect xmlns:a="http://schemas.openxmlformats.org/drawingml/2006/main" l="9666" t="0" r="96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9700"/>
            <a:ext cx="409575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9A699-EEE9-45F7-8B14-F6DDA443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D0FAC-A917-4EB9-BD5E-B27BD27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Visitors text an emoji or phrase and receive matching artwork. The museum learns what interests them and can guide them to relevant 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C0AFF-2F49-400D-80CE-4CC13CC4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212CC-B87E-47FE-817D-763FBEA1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The phone creates feedback. The business uses that feedback to make the experience easier and more useful.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9C035-CDDC-4B9F-9744-A137199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619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CD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DEAF-2F13-4383-936B-7ED18E8F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Ask: “Which student idea works in a similar way?”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C8C38-FB4B-4666-8A01-6ED89426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81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93A59"/>
                </a:solidFill>
                <a:latin typeface="Avenir Next"/>
                <a:ea typeface="Avenir Next"/>
                <a:cs typeface="Avenir Next"/>
              </a:rPr>
              <a:t>Teacher cue: use this slide only after students have generated ideas, or when the room needs one concrete example.</a:t>
            </a:r>
          </a:p>
        </p:txBody>
      </p:sp>
    </p:spTree>
    <p:extLst>
      <p:ext uri="{BB962C8B-B14F-4D97-AF65-F5344CB8AC3E}">
        <p14:creationId xmlns:p14="http://schemas.microsoft.com/office/powerpoint/2010/main" val="789164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C297F-843D-456E-B79F-FECD8199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6238-704D-4433-9CE4-C8A92B0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MARKETING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73DA0-675C-4B7A-B40F-72FD3DF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One function is enough for this starter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8140-C534-43A9-AF28-9D9BD746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E5B8-9FA3-4B4F-96ED-B64641A2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619A-FA1A-42BB-AFD7-2E237BDE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2879A"/>
                </a:solidFill>
                <a:latin typeface="Avenir Next"/>
                <a:ea typeface="Avenir Next"/>
                <a:cs typeface="Avenir Next"/>
              </a:rPr>
              <a:t>Choose one function that could support the phone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DE43A-E75F-4AE1-AA91-C567706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30346-225D-4309-BB6C-D8191907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6D3F4-590F-422F-9770-0AB6ACB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Information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120C4-5C5B-4CDC-8C9D-D74E4C90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collect and use customer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D01F6-BD7C-4915-94A1-9CDD2ED3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F1C29-7036-45A0-817F-F6F7E2F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E8099-8FA8-4462-B831-58DDE237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Product/service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59AE7-E3B1-4207-ADF8-F7FD7597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improve what the customer receives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19902-7346-42A8-9FEB-3C913D5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87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5BA14-F39E-4E0F-815C-5512815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AE8A4-8C18-49B6-AF60-58E75264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194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Channel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8F0BBD-11EF-41F6-B2DB-61AEEF4A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make the offer easier to find or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33A99-A722-4FD3-BA23-AA4A138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D4DEC-E70E-48AA-BFD4-DBF1D0C0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7D24E-7C0D-4227-8EAC-0062113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3451"/>
                </a:solidFill>
                <a:latin typeface="Avenir Next"/>
                <a:ea typeface="Avenir Next"/>
                <a:cs typeface="Avenir Next"/>
              </a:rPr>
              <a:t>Selling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682B7-FA44-4301-A67B-1AFD991A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052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5E7182"/>
                </a:solidFill>
                <a:latin typeface="Avenir Next"/>
                <a:ea typeface="Avenir Next"/>
                <a:cs typeface="Avenir Next"/>
              </a:rPr>
              <a:t>help the customer decide or purchase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5BB53-3901-4F1E-BD80-028CB4E1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3A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BE1CA-AA8B-4034-92E3-5B319DFD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6255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Close: “We will use these ideas in today’s notes and reading. The goal is a better customer experience and a business reason for the change.”</a:t>
            </a:r>
          </a:p>
        </p:txBody>
      </p:sp>
    </p:spTree>
    <p:extLst>
      <p:ext uri="{BB962C8B-B14F-4D97-AF65-F5344CB8AC3E}">
        <p14:creationId xmlns:p14="http://schemas.microsoft.com/office/powerpoint/2010/main" val="152970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2026-09-23T13:21:20.5220000Z</dcterms:created>
  <dcterms:modified xsi:type="dcterms:W3CDTF">2026-09-23T13:21:20.5220000Z</dcterms:modified>
</coreProperties>
</file>
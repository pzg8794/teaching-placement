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6c4c6d157b4538" /><Relationship Type="http://schemas.openxmlformats.org/officeDocument/2006/relationships/extended-properties" Target="/docProps/app.xml" Id="Rd1ca7c9b0df34e59" /><Relationship Type="http://schemas.openxmlformats.org/officeDocument/2006/relationships/officeDocument" Target="/ppt/presentation.xml" Id="R6559c6da40c845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1ecff00be94948"/>
  </p:sldMasterIdLst>
  <p:notesMasterIdLst>
    <p:notesMasterId xmlns:r="http://schemas.openxmlformats.org/officeDocument/2006/relationships" r:id="R3d04037fb2be4cb5"/>
  </p:notesMasterIdLst>
  <p:sldIdLst>
    <p:sldId xmlns:r="http://schemas.openxmlformats.org/officeDocument/2006/relationships" id="256" r:id="R3e43bd04e26b450c"/>
    <p:sldId xmlns:r="http://schemas.openxmlformats.org/officeDocument/2006/relationships" id="257" r:id="R70422100602c4452"/>
    <p:sldId xmlns:r="http://schemas.openxmlformats.org/officeDocument/2006/relationships" id="258" r:id="Rb038f3fd4f10411a"/>
    <p:sldId xmlns:r="http://schemas.openxmlformats.org/officeDocument/2006/relationships" id="259" r:id="R017e43890cf140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a41cbe66c64dfe" /><Relationship Type="http://schemas.openxmlformats.org/officeDocument/2006/relationships/slideMaster" Target="/ppt/slideMasters/slideMaster1.xml" Id="R3f1ecff00be94948" /><Relationship Type="http://schemas.openxmlformats.org/officeDocument/2006/relationships/notesMaster" Target="/ppt/notesMasters/notesMaster1.xml" Id="R3d04037fb2be4cb5" /><Relationship Type="http://schemas.openxmlformats.org/officeDocument/2006/relationships/presProps" Target="/ppt/presProps.xml" Id="R56b0e81f0c684e78" /><Relationship Type="http://schemas.openxmlformats.org/officeDocument/2006/relationships/tableStyles" Target="/ppt/tableStyles.xml" Id="Ref439f0cfd4448ec" /><Relationship Type="http://schemas.openxmlformats.org/officeDocument/2006/relationships/slide" Target="/ppt/slides/slide1.xml" Id="R3e43bd04e26b450c" /><Relationship Type="http://schemas.openxmlformats.org/officeDocument/2006/relationships/slide" Target="/ppt/slides/slide2.xml" Id="R70422100602c4452" /><Relationship Type="http://schemas.openxmlformats.org/officeDocument/2006/relationships/slide" Target="/ppt/slides/slide3.xml" Id="Rb038f3fd4f10411a" /><Relationship Type="http://schemas.openxmlformats.org/officeDocument/2006/relationships/slide" Target="/ppt/slides/slide4.xml" Id="R017e43890cf140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1e9045d9b44c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5758cb06fb4ff0" /><Relationship Type="http://schemas.openxmlformats.org/officeDocument/2006/relationships/notesMaster" Target="/ppt/notesMasters/notesMaster1.xml" Id="R16e495e69b6348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676997d00d4eec" /><Relationship Type="http://schemas.openxmlformats.org/officeDocument/2006/relationships/notesMaster" Target="/ppt/notesMasters/notesMaster1.xml" Id="R6494170f046543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0c3042ab624343" /><Relationship Type="http://schemas.openxmlformats.org/officeDocument/2006/relationships/notesMaster" Target="/ppt/notesMasters/notesMaster1.xml" Id="R475ae2bd9a754d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6b630e2e764180" /><Relationship Type="http://schemas.openxmlformats.org/officeDocument/2006/relationships/notesMaster" Target="/ppt/notesMasters/notesMaster1.xml" Id="Ra744cca029cd47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 | Say: ‘Look for three different things being offered. You do not need the business words yet.’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p. 4. Local source: /Users/pitergarcia/DataScience/Semester5/Semester3(UofR)/TeachingPlacement/second-placement/Chapter 1 Introduction to Business and Marketing.pdf</a:t>
            </a:r>
          </a:p>
          <a:p xmlns:a="http://schemas.openxmlformats.org/drawingml/2006/main">
            <a:r>
              <a:t>CLICK CUES: Whole scene first. Click once for the item/task/idea prompt. Give ten seconds to notice, then advance.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0:15–1:05 | Give 15 silent seconds. Then say: ‘I will show one picture at a time. Show 1, 2, or 3 when I name good, service, or idea.’ Students may point, write, or say the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p. 4. Local source: /Users/pitergarcia/DataScience/Semester5/Semester3(UofR)/TeachingPlacement/second-placement/Chapter 1 Introduction to Business and Marketing.pdf</a:t>
            </a:r>
          </a:p>
          <a:p xmlns:a="http://schemas.openxmlformats.org/drawingml/2006/main">
            <a:r>
              <a:t>CLICK CUES: Six clicks: picture 1, number 1, replace with picture 2, number 2, replace with picture 3, number 3. Ask for a good, service, or idea response while each picture is visible. Read the definition clues aloud as needed. Students can say, point to a clue, or write the category. Back revisits the previous picture. Advance only after all three responses.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1:05–1:50 | Reveal the order. Say: ‘Picture 1 is a good. Picture 2 is a service. Picture 3 shares an idea.’ Ask one student to name the clue that proves one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p. 4. Local source: /Users/pitergarcia/DataScience/Semester5/Semester3(UofR)/TeachingPlacement/second-placement/Chapter 1 Introduction to Business and Marketing.pdf</a:t>
            </a:r>
          </a:p>
          <a:p xmlns:a="http://schemas.openxmlformats.org/drawingml/2006/main">
            <a:r>
              <a:t>CLICK CUES: Click for each picture, then its full-word explanation. The final click shows the numbered key. Keep the previously revealed rows visible for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1:50–3:00 | Say the closer exactly. Then return to the Chapter 1 work. Keep the transition under 10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p. 4. Local source: /Users/pitergarcia/DataScience/Semester5/Semester3(UofR)/TeachingPlacement/second-placement/Chapter 1 Introduction to Business and Marketing.pdf</a:t>
            </a:r>
          </a:p>
          <a:p xmlns:a="http://schemas.openxmlformats.org/drawingml/2006/main">
            <a:r>
              <a:t>CLICK CUES: Click first for the picture, then for business, marketing, product, and the closing connection. Keep earlier definitions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b32f5d1f6e4c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1b638574a74b2e" /><Relationship Type="http://schemas.openxmlformats.org/officeDocument/2006/relationships/slideLayout" Target="/ppt/slideLayouts/slideLayout1.xml" Id="R891907100e7d45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1907100e7d45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36328352142c0" /><Relationship Type="http://schemas.openxmlformats.org/officeDocument/2006/relationships/image" Target="/ppt/media/image.png" Id="R554a2384043f493f" /><Relationship Type="http://schemas.openxmlformats.org/officeDocument/2006/relationships/notesSlide" Target="/ppt/notesSlides/notesSlide1.xml" Id="Rff8a36e605f04d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de30e1b9c4915" /><Relationship Type="http://schemas.openxmlformats.org/officeDocument/2006/relationships/image" Target="/ppt/media/image2.png" Id="R56621f4c52844ac0" /><Relationship Type="http://schemas.openxmlformats.org/officeDocument/2006/relationships/image" Target="/ppt/media/image3.png" Id="R56faced8c729410e" /><Relationship Type="http://schemas.openxmlformats.org/officeDocument/2006/relationships/image" Target="/ppt/media/image4.png" Id="Rc87243a4200744bd" /><Relationship Type="http://schemas.openxmlformats.org/officeDocument/2006/relationships/notesSlide" Target="/ppt/notesSlides/notesSlide2.xml" Id="Rb1914974cdc941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caacc8ede432c" /><Relationship Type="http://schemas.openxmlformats.org/officeDocument/2006/relationships/notesSlide" Target="/ppt/notesSlides/notesSlide3.xml" Id="Rfa87665612e247fb" /><Relationship Type="http://schemas.openxmlformats.org/officeDocument/2006/relationships/image" Target="/ppt/media/image2.png" Id="RimgGood" /><Relationship Type="http://schemas.openxmlformats.org/officeDocument/2006/relationships/image" Target="/ppt/media/image3.png" Id="RimgService" /><Relationship Type="http://schemas.openxmlformats.org/officeDocument/2006/relationships/image" Target="/ppt/media/image4.png" Id="RimgId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a0cf014084f2c" /><Relationship Type="http://schemas.openxmlformats.org/officeDocument/2006/relationships/notesSlide" Target="/ppt/notesSlides/notesSlide4.xml" Id="R121c4d54da594e3e" /><Relationship Type="http://schemas.openxmlformats.org/officeDocument/2006/relationships/image" Target="/ppt/media/image2.png" Id="RimgScen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693F7-CDB2-4A6C-B79A-659B91B5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ABE9A-A6B4-44FA-811B-B85C1415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1/4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6DB0C-1D83-452B-9C5D-E55A4FE5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Three offerings from everyday life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CDD78-3BA0-4EE5-AA2C-FBB87CB2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Look for a good, a service, and an idea.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82E44-814B-4DF6-B5EA-456182A1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37444-614F-4C82-B157-37C3372E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14521-168A-4190-9E22-1C5264D4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1/4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a2384043f493f"/>
          <a:srcRect xmlns:a="http://schemas.openxmlformats.org/drawingml/2006/main" l="0" t="19500" r="0" b="1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33550"/>
            <a:ext cx="10820400" cy="3714750"/>
          </a:xfrm>
          <a:prstGeom xmlns:a="http://schemas.openxmlformats.org/drawingml/2006/main" prst="roundRect">
            <a:avLst>
              <a:gd name="adj" fmla="val 564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04596-19B5-49C9-A477-9258BC89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4EA66-9220-401E-87EC-E0DBF17D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LOOK QUIETLY FOR 10 SECONDS    FIND THREE DIFFERENT OFFERINGS</a:t>
            </a:r>
          </a:p>
        </p:txBody>
      </p:sp>
    </p:spTree>
    <p:extLst>
      <p:ext uri="{BB962C8B-B14F-4D97-AF65-F5344CB8AC3E}">
        <p14:creationId xmlns:p14="http://schemas.microsoft.com/office/powerpoint/2010/main" val="368234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D69DD-0D43-46ED-8AE8-C7485DCF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B391E-30B9-4966-8955-7C06A667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2/4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019C7-CA9B-4F11-AEF6-55F0FB4B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Which picture shows a GOOD?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A1D57-6078-46BE-A4A9-8244E07E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Show its number. Then listen for the next category.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358F9-BDFC-456D-A045-089450E5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9C919-511F-4968-A9CA-D7141FDE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B1965-FE04-4992-84DC-6FC6F63A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2/4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9232C-22AC-4082-A089-54E07B32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GOOD = item to buy     SERVICE = task done for someone     IDEA = thought or opinion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21f4c52844ac0"/>
          <a:srcRect xmlns:a="http://schemas.openxmlformats.org/drawingml/2006/main" l="0" t="1233" r="0" b="1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52650"/>
            <a:ext cx="3200400" cy="2362200"/>
          </a:xfrm>
          <a:prstGeom xmlns:a="http://schemas.openxmlformats.org/drawingml/2006/main" prst="roundRect">
            <a:avLst>
              <a:gd name="adj" fmla="val 8871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aced8c729410e"/>
          <a:srcRect xmlns:a="http://schemas.openxmlformats.org/drawingml/2006/main" l="0" t="1233" r="0" b="1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2724150"/>
            <a:ext cx="3200400" cy="2362200"/>
          </a:xfrm>
          <a:prstGeom xmlns:a="http://schemas.openxmlformats.org/drawingml/2006/main" prst="roundRect">
            <a:avLst>
              <a:gd name="adj" fmla="val 8871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243a4200744bd"/>
          <a:srcRect xmlns:a="http://schemas.openxmlformats.org/drawingml/2006/main" l="0" t="1233" r="0" b="1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2152650"/>
            <a:ext cx="3200400" cy="2362200"/>
          </a:xfrm>
          <a:prstGeom xmlns:a="http://schemas.openxmlformats.org/drawingml/2006/main" prst="roundRect">
            <a:avLst>
              <a:gd name="adj" fmla="val 887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386BD-8905-48C7-A9C8-F3BA664D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C0B80-34AB-4F99-90E7-DC5AFF17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ECA24-68B3-4BB5-AA2E-471C59EC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52011-933C-40CF-9659-65A73351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4E7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978A3-3FC0-438D-BF8B-484DDEBA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POINT, WRITE, OR SAY:    1, 2, OR 3</a:t>
            </a:r>
          </a:p>
        </p:txBody>
      </p:sp>
    </p:spTree>
    <p:extLst>
      <p:ext uri="{BB962C8B-B14F-4D97-AF65-F5344CB8AC3E}">
        <p14:creationId xmlns:p14="http://schemas.microsoft.com/office/powerpoint/2010/main" val="14571824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60527-4CE5-44F9-8EF5-80AB1A09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97FFF-A40A-4533-8C68-F323FA10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3/4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ABE35-775F-44A9-874C-F9B2F1A6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Check each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1DD84-5214-4FA9-8AF3-722C2CF6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Name the offering, then explain the visual clue.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CE1E2-5A6F-4909-A28A-682C706C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C189D-532B-49EA-A112-8D2F9E88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0B750-65ED-46C9-BC12-04AB8FAE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3/4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65D98-8586-4216-903E-DB110A32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200400" cy="12573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DEE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9185E-C568-43B3-8453-BFDB5574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4D9CD-422D-412C-82A5-0EDBF5DF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3385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GOOD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291E3-391C-4C1A-8404-E08A3A6A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Sneakers are an item a customer can buy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14066-863C-4D48-8E8D-4236DAD9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57650"/>
            <a:ext cx="3200400" cy="12573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C367D-C430-42A7-A8E6-FA866EA1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57CAE-2B41-4696-9F72-5C6B0D7F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3385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0C0FD-AFD6-4ECA-9DA4-1BC54680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910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A haircut is a task done for a customer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DBBC0-EBE6-410E-A315-E63144EB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3200400" cy="12573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8E2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88660-030B-49B1-B1C1-71B19618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03864-C9D7-4850-975E-6DE927EC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3385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AC468E-3318-40D6-9163-B9CB19E6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910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The poster shares a message or opinion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E30EE-D6E1-46E2-8B12-105FE4CE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762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40590-C56F-4B56-8BE7-A2C16242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1  GOOD        2  SERVICE        3  IDEA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mgGood"/>
          <a:srcRect xmlns:a="http://schemas.openxmlformats.org/drawingml/2006/main" l="0" t="1233" r="0" b="1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3200400" cy="2095500"/>
          </a:xfrm>
          <a:prstGeom xmlns:a="http://schemas.openxmlformats.org/drawingml/2006/main" prst="roundRect">
            <a:avLst>
              <a:gd name="adj" fmla="val 8871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mgService"/>
          <a:srcRect xmlns:a="http://schemas.openxmlformats.org/drawingml/2006/main" l="0" t="1233" r="0" b="1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1790700"/>
            <a:ext cx="3200400" cy="2095500"/>
          </a:xfrm>
          <a:prstGeom xmlns:a="http://schemas.openxmlformats.org/drawingml/2006/main" prst="roundRect">
            <a:avLst>
              <a:gd name="adj" fmla="val 8871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mgIdea"/>
          <a:srcRect xmlns:a="http://schemas.openxmlformats.org/drawingml/2006/main" l="0" t="1233" r="0" b="1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1790700"/>
            <a:ext cx="3200400" cy="2095500"/>
          </a:xfrm>
          <a:prstGeom xmlns:a="http://schemas.openxmlformats.org/drawingml/2006/main" prst="roundRect">
            <a:avLst>
              <a:gd name="adj" fmla="val 8871"/>
            </a:avLst>
          </a:prstGeom>
        </p:spPr>
      </p:pic>
    </p:spTree>
    <p:extLst>
      <p:ext uri="{BB962C8B-B14F-4D97-AF65-F5344CB8AC3E}">
        <p14:creationId xmlns:p14="http://schemas.microsoft.com/office/powerpoint/2010/main" val="29130603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8996D-D0BA-4BCC-B379-DC7C4E52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36EB2-3BA9-4CD9-AC10-A5E59EEC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4/4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B6A36-2079-4A8F-BF17-B70A82C6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One scene, three business words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46C32-61CE-4E5C-B83C-08C8ECA9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Use the picture to connect business, marketing, and product.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E87A8-5863-4F62-A0B4-5D016A8E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82CC4-E212-4BF6-B166-69A52F41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716E1-E227-4988-B7B0-1E837D66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4/4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952B5-E235-459F-8276-19C04C46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5410200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E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80966-B316-426A-9F4A-8A56E360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B8FB7-4FAA-4DEE-ADF5-CB96C29A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859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BUSINESS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DF6BE-1146-49D8-881E-B574D551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The shoe seller offers products for money.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99E8D-CCD4-4199-9D1C-A262CA08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5410200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1A511-A824-4276-97C3-49F680D1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4C891-12D3-45A1-B3F4-5E534EA3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MARKETING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6F23B-2E54-45DD-B66E-C36CF9EA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9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The seller promotes and sells what customers may want.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12951A-1031-4483-93D8-3E963AE8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5410200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E2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E42B6-3939-4FC5-8F69-DF7E88C6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0986A-FB48-436C-80CD-DB7A9F48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2586A-46F6-4676-BE06-9E80D279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52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The sneakers are goods offered to customers.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D6A6A-C547-47B7-A131-C1F74396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9525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8615C-B493-43F3-928E-6BC71E09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picture can show a business, marketing, and a product.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A6E292-D856-4002-A94E-EAE76AEF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62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DCEE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00" b="1">
                <a:solidFill>
                  <a:srgbClr val="DCEEF4"/>
                </a:solidFill>
                <a:latin typeface="Helvetica Neue"/>
                <a:ea typeface="Helvetica Neue"/>
                <a:cs typeface="Helvetica Neue"/>
              </a:rPr>
              <a:t>NEXT: Open page 4, then continue today’s Chapter 1 work.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mgScene"/>
          <a:srcRect xmlns:a="http://schemas.openxmlformats.org/drawingml/2006/main" l="0" t="1233" r="0" b="1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4762500" cy="3238500"/>
          </a:xfrm>
          <a:prstGeom xmlns:a="http://schemas.openxmlformats.org/drawingml/2006/main" prst="roundRect">
            <a:avLst>
              <a:gd name="adj" fmla="val 8871"/>
            </a:avLst>
          </a:prstGeom>
        </p:spPr>
      </p:pic>
    </p:spTree>
    <p:extLst>
      <p:ext uri="{BB962C8B-B14F-4D97-AF65-F5344CB8AC3E}">
        <p14:creationId xmlns:p14="http://schemas.microsoft.com/office/powerpoint/2010/main" val="204601900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2026-09-16T16:47:28.6240000Z</dcterms:created>
  <dcterms:modified xsi:type="dcterms:W3CDTF">2026-09-16T16:47:28.6240000Z</dcterms:modified>
</coreProperties>
</file>
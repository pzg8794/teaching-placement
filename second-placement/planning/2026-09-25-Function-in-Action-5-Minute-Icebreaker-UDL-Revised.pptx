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b1a3f88484115" /><Relationship Type="http://schemas.openxmlformats.org/officeDocument/2006/relationships/extended-properties" Target="/docProps/app.xml" Id="Rb39e39280ee24a6a" /><Relationship Type="http://schemas.openxmlformats.org/officeDocument/2006/relationships/officeDocument" Target="/ppt/presentation.xml" Id="R0018c17c8188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a32ff1e0204d33"/>
  </p:sldMasterIdLst>
  <p:notesMasterIdLst>
    <p:notesMasterId xmlns:r="http://schemas.openxmlformats.org/officeDocument/2006/relationships" r:id="R916146a91ef247ca"/>
  </p:notesMasterIdLst>
  <p:sldIdLst>
    <p:sldId xmlns:r="http://schemas.openxmlformats.org/officeDocument/2006/relationships" id="256" r:id="Rfedc15104ada4ffe"/>
    <p:sldId xmlns:r="http://schemas.openxmlformats.org/officeDocument/2006/relationships" id="257" r:id="Ra82243989b4b4d1a"/>
    <p:sldId xmlns:r="http://schemas.openxmlformats.org/officeDocument/2006/relationships" id="258" r:id="Rad43849b153f46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579e733af454e" /><Relationship Type="http://schemas.openxmlformats.org/officeDocument/2006/relationships/slideMaster" Target="/ppt/slideMasters/slideMaster1.xml" Id="R65a32ff1e0204d33" /><Relationship Type="http://schemas.openxmlformats.org/officeDocument/2006/relationships/notesMaster" Target="/ppt/notesMasters/notesMaster1.xml" Id="R916146a91ef247ca" /><Relationship Type="http://schemas.openxmlformats.org/officeDocument/2006/relationships/presProps" Target="/ppt/presProps.xml" Id="Rd8e2f161762d4f3e" /><Relationship Type="http://schemas.openxmlformats.org/officeDocument/2006/relationships/tableStyles" Target="/ppt/tableStyles.xml" Id="Rc1083427686f47eb" /><Relationship Type="http://schemas.openxmlformats.org/officeDocument/2006/relationships/slide" Target="/ppt/slides/slide1.xml" Id="Rfedc15104ada4ffe" /><Relationship Type="http://schemas.openxmlformats.org/officeDocument/2006/relationships/slide" Target="/ppt/slides/slide2.xml" Id="Ra82243989b4b4d1a" /><Relationship Type="http://schemas.openxmlformats.org/officeDocument/2006/relationships/slide" Target="/ppt/slides/slide3.xml" Id="Rad43849b153f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ef51beb170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a851b11f44674" /><Relationship Type="http://schemas.openxmlformats.org/officeDocument/2006/relationships/notesMaster" Target="/ppt/notesMasters/notesMaster1.xml" Id="Rcc917c3534cb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06e33564a4b23" /><Relationship Type="http://schemas.openxmlformats.org/officeDocument/2006/relationships/notesMaster" Target="/ppt/notesMasters/notesMaster1.xml" Id="R18e4f0779e4f45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b8911dc5f40b0" /><Relationship Type="http://schemas.openxmlformats.org/officeDocument/2006/relationships/notesMaster" Target="/ppt/notesMasters/notesMaster1.xml" Id="R041031312785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01:02:12–01:03:03 and 00:25:02–00:25:26. Purpose: quick retrieval practice before the vocabulary test and review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01:02:12–01:03:03. SBTE feedback applied: assume little prior knowledge, give the vocabulary visibly, and use leading questions instead of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00:45:31–00:47:02. This starter protects time for the vocabulary test, Chapter 1 review, and notes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1c7dbf75d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58be0969a74e73" /><Relationship Type="http://schemas.openxmlformats.org/officeDocument/2006/relationships/slideLayout" Target="/ppt/slideLayouts/slideLayout1.xml" Id="Rf83f2d5ce3b4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3f2d5ce3b4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c322836254300" /><Relationship Type="http://schemas.openxmlformats.org/officeDocument/2006/relationships/notesSlide" Target="/ppt/notesSlides/notesSlide1.xml" Id="R3a54e97feb0c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7536f48784e1d" /><Relationship Type="http://schemas.openxmlformats.org/officeDocument/2006/relationships/notesSlide" Target="/ppt/notesSlides/notesSlide2.xml" Id="R968ee8626c774a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3089aac44953" /><Relationship Type="http://schemas.openxmlformats.org/officeDocument/2006/relationships/notesSlide" Target="/ppt/notesSlides/notesSlide3.xml" Id="Rc326da76667c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B26E7-977C-4179-9664-1CB787D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7D66B-842E-47BB-9DB8-83D4146C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FIVE-MINUTE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BD8FE-98C8-4232-9D89-3CC46F9C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One customer need, one marketing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187D6-63E2-4D6D-AD44-066EB997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96A2-2FA0-4C59-8915-C6D963D0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73E2B-A339-4994-B3AA-AC17FA1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Pick an entry point: a company, app, place, or experience from today.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EDCF8-8A49-4290-886B-6645F8D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D0CC1-9EE0-4EBB-A0A6-E5EAFA2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0:00–0:45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50DE7-B271-45D1-8E7F-9DBADF2E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Choose one company, app, place, or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4BD24-7A9D-471C-BBF0-485F221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680D4-8679-4C09-BB29-31E85838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0:45–2:00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876FB-2E67-4BA6-B9C5-23C53A0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Name one customer need or want.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317BC-4AD7-4CA2-9C98-649A5502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CD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D04ED-BAC6-4129-8B70-7749F06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2:00–5:00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71DD-4A6B-49B6-9B5B-C79D2F0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Choose one marketing function and one company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4ABB7-5648-417B-BE01-4AE0B31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Sentence frame: “The company uses ______ to ______ so the customer can ______.”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C3B02-8880-48A7-9F5F-0C4F253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Response choices: whisper to a partner, point to a term, jot keywords, or share aloud.</a:t>
            </a:r>
          </a:p>
        </p:txBody>
      </p:sp>
    </p:spTree>
    <p:extLst>
      <p:ext uri="{BB962C8B-B14F-4D97-AF65-F5344CB8AC3E}">
        <p14:creationId xmlns:p14="http://schemas.microsoft.com/office/powerpoint/2010/main" val="1158370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63010-8E7A-4059-A294-4DAAD157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EB99B-BDD4-49A5-B6FD-75EE53D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FUNCTION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96337-D3AE-4BD3-BC1E-C2575B64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Marketing function word bank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5EE9-10CE-494E-A71D-2EF475B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AF068-46A7-4B68-8AB6-BE746D64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7CBE0-5FD8-4443-A462-AB8375D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Read the term and its clue. Choose one term. Compare two if you are unsure.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CB558-8B00-481F-9E3A-33BA43F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1327-2933-46EE-8A30-AB227B2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9DC29-FB48-4A85-B597-9F3247D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Marketing information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DE19A-F0AB-45DF-A2DB-87EA53B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gather customer wants, needs, or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A5830-759A-4057-8C90-0BAED2E2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7779C-70EF-459D-B1EE-AE0657C0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ACE13-B8BA-4A76-9A4A-BD072BE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Product/service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0A957-43F7-49C8-9DBF-52DC0B8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7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design or improve the product or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E2E5D-EC45-4DD0-BD3B-2C761026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DAE1-55D7-4855-8E25-FCCD320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13244-958F-4846-B1C6-555F1FF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Pricing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E4ECF-EAAD-4189-ADA0-55C673D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385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set a price customers will pay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6E7AC-A685-43E6-8F6C-9C1D81FD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4ED96-23A0-4693-A829-B665484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9B32F-D7AD-4E81-9E06-EB7BC46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Promotion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9D7DC-E7C5-44D6-BA5C-2F4B394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send messages that influence purchases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C6640-EBAB-4CA1-8362-14FAF0A8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71669-D8E9-41EB-ABA5-DA4F71F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6255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Other terms you may use: selling = help a customer buy; channel management = make the product available.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A91D8-A97B-4AA6-B39C-086099D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Need a scaffold? Use the sentence frame, ask for a clue, or compare two terms.</a:t>
            </a:r>
          </a:p>
        </p:txBody>
      </p:sp>
    </p:spTree>
    <p:extLst>
      <p:ext uri="{BB962C8B-B14F-4D97-AF65-F5344CB8AC3E}">
        <p14:creationId xmlns:p14="http://schemas.microsoft.com/office/powerpoint/2010/main" val="2036387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59CFE-40D9-44D5-AA78-019EFB9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D4590-E528-4FD3-967B-B5F1734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CLOSE +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5602-6AAC-4BB9-8342-09F2AC6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One idea we can use in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9DAE8-4C3C-412B-A4D3-46A5B86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3F894-A656-4712-A023-9B5A6D9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331CF-815F-4EB2-BCAE-327E097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D5F73-6249-4952-8EB6-5AB74A9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98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F962B-270F-4588-9C7D-30282B3E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791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“Our company or experience is ______.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customer needs or wants ______.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marketing concept is to satisfy that need or want and make money.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______ helps because the company can ______.”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B6BD0-EC24-4E4A-B807-2B6B14C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LISTEN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00AA-73AC-4B61-84DE-14B7174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0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Check your idea: company or experience, customer need or want, one function, and one business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70C6F-89C0-4831-971B-7585F80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CLOSE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C5665-1D06-4C30-A647-0E2A882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Rehearse quietly first. Then choose to point, jot, partner-share, or share aloud.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D8E4A-C80A-4DD3-8B79-50119014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Timing rule: two or three shares, then stop at five minutes. Everyone can show thinking in a different way.</a:t>
            </a:r>
          </a:p>
        </p:txBody>
      </p:sp>
    </p:spTree>
    <p:extLst>
      <p:ext uri="{BB962C8B-B14F-4D97-AF65-F5344CB8AC3E}">
        <p14:creationId xmlns:p14="http://schemas.microsoft.com/office/powerpoint/2010/main" val="313641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2026-09-23T14:51:16.2760000Z</dcterms:created>
  <dcterms:modified xsi:type="dcterms:W3CDTF">2026-09-23T14:51:16.2760000Z</dcterms:modified>
</coreProperties>
</file>
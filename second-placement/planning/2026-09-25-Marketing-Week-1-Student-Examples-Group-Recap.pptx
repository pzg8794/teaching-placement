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576c31b1d5406a" /><Relationship Type="http://schemas.openxmlformats.org/officeDocument/2006/relationships/extended-properties" Target="/docProps/app.xml" Id="Rb22871071cbc4a73" /><Relationship Type="http://schemas.openxmlformats.org/officeDocument/2006/relationships/officeDocument" Target="/ppt/presentation.xml" Id="R58940c6fb1eb4a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5193a2447941ba"/>
  </p:sldMasterIdLst>
  <p:notesMasterIdLst>
    <p:notesMasterId xmlns:r="http://schemas.openxmlformats.org/officeDocument/2006/relationships" r:id="R9ab83705b5eb4ff7"/>
  </p:notesMasterIdLst>
  <p:sldIdLst>
    <p:sldId xmlns:r="http://schemas.openxmlformats.org/officeDocument/2006/relationships" id="256" r:id="R93dd2ee7e3764e28"/>
    <p:sldId xmlns:r="http://schemas.openxmlformats.org/officeDocument/2006/relationships" id="257" r:id="R9d913b415ca84ba6"/>
    <p:sldId xmlns:r="http://schemas.openxmlformats.org/officeDocument/2006/relationships" id="258" r:id="Rf20d50056bea4a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0d055c208e4910" /><Relationship Type="http://schemas.openxmlformats.org/officeDocument/2006/relationships/slideMaster" Target="/ppt/slideMasters/slideMaster1.xml" Id="R7b5193a2447941ba" /><Relationship Type="http://schemas.openxmlformats.org/officeDocument/2006/relationships/notesMaster" Target="/ppt/notesMasters/notesMaster1.xml" Id="R9ab83705b5eb4ff7" /><Relationship Type="http://schemas.openxmlformats.org/officeDocument/2006/relationships/presProps" Target="/ppt/presProps.xml" Id="Re953661b2c224e1f" /><Relationship Type="http://schemas.openxmlformats.org/officeDocument/2006/relationships/tableStyles" Target="/ppt/tableStyles.xml" Id="Ra88525c37ba54049" /><Relationship Type="http://schemas.openxmlformats.org/officeDocument/2006/relationships/slide" Target="/ppt/slides/slide1.xml" Id="R93dd2ee7e3764e28" /><Relationship Type="http://schemas.openxmlformats.org/officeDocument/2006/relationships/slide" Target="/ppt/slides/slide2.xml" Id="R9d913b415ca84ba6" /><Relationship Type="http://schemas.openxmlformats.org/officeDocument/2006/relationships/slide" Target="/ppt/slides/slide3.xml" Id="Rf20d50056bea4a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eabd7ac03648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3f5927d96e40cb" /><Relationship Type="http://schemas.openxmlformats.org/officeDocument/2006/relationships/notesMaster" Target="/ppt/notesMasters/notesMaster1.xml" Id="Rc9eb0eb9bc3a43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afd0129f814583" /><Relationship Type="http://schemas.openxmlformats.org/officeDocument/2006/relationships/notesMaster" Target="/ppt/notesMasters/notesMaster1.xml" Id="Rdc0d4389665142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7e1c84fe4047b4" /><Relationship Type="http://schemas.openxmlformats.org/officeDocument/2006/relationships/notesMaster" Target="/ppt/notesMasters/notesMaster1.xml" Id="R57766c8adb944f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09-23 transcript, student examples: Walmart phone ordering, pickup area, “pop your trunk,” convenience. Teacher move: plant feet at board, scan left-center-right, then say only the bold prompt. Wait 20 seconds before approaching groups. UDL: point, jot, or talk entry; group roles make the task predictable. Do not name functions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09-23 transcript. Student examples: movie theater showtimes and cashierless Blue Cross Arena style store. Exact definitions: channel management makes decisions about how, when, and where products travel; MIM gathers qualitative and quantitative data on wants and needs; product/service management uses feedback to adjust features; pricing considers cost and willingness/ability to buy; promotion sends messages; selling helps customers buy. Teacher move: point to only the word bank after groups have ideas. Assign groups: two terms maximum. Scan rather than pace. Say: “Use the picture as your evidence. You are allowed to be unsure between two terms.” UDL: shared sentence frame, word bank, team roles, private rehearsal before share.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09-23 transcript: “Satisfy the needs and wants of the customers to make money”; target markets are specific groups; market share is percentage of industry; Four Ps vocabulary. Share sequence: Call on one preselected/ready group. Ask class: “What evidence made that term fit?” Accept student language first, then connect to exact course term. Do not correct by replacing need with want or benefit. Close: “These examples show why marketers use the mix and the marketing functions: satisfy needs and wants while making money.” Teacher stance: one place near screen, scan as groups share. UDL: sentence frame, visual word chunks, oral or reader-selected sharing, and class signal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58a0cfa1d45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56edcac3364789" /><Relationship Type="http://schemas.openxmlformats.org/officeDocument/2006/relationships/slideLayout" Target="/ppt/slideLayouts/slideLayout1.xml" Id="R229da70043f445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9da70043f445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8612baac14611" /><Relationship Type="http://schemas.openxmlformats.org/officeDocument/2006/relationships/image" Target="/ppt/media/image.png" Id="Rd13128957bb64641" /><Relationship Type="http://schemas.openxmlformats.org/officeDocument/2006/relationships/notesSlide" Target="/ppt/notesSlides/notesSlide1.xml" Id="R7d2b1ab3f00b4d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5eb8cd1374ac9" /><Relationship Type="http://schemas.openxmlformats.org/officeDocument/2006/relationships/image" Target="/ppt/media/image2.png" Id="R397a75ff38ce419e" /><Relationship Type="http://schemas.openxmlformats.org/officeDocument/2006/relationships/image" Target="/ppt/media/image3.png" Id="R71a88a6afb704220" /><Relationship Type="http://schemas.openxmlformats.org/officeDocument/2006/relationships/notesSlide" Target="/ppt/notesSlides/notesSlide2.xml" Id="R6081f40c41b746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850f137bb4449" /><Relationship Type="http://schemas.openxmlformats.org/officeDocument/2006/relationships/image" Target="/ppt/media/image4.png" Id="R8270cccb2e4a4c84" /><Relationship Type="http://schemas.openxmlformats.org/officeDocument/2006/relationships/notesSlide" Target="/ppt/notesSlides/notesSlide3.xml" Id="R5cb5b9e18f5449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CBD9D-4AE9-42ED-80C6-D27CE927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5994A-F2C0-4FB1-986B-EB1510E2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WEEK 1 RECAP · YOUR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9B2F3-D69D-4A5F-8BB7-A67DD472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3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2 minutes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128957bb64641"/>
          <a:srcRect xmlns:a="http://schemas.openxmlformats.org/drawingml/2006/main" l="15791" t="0" r="157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819150"/>
            <a:ext cx="590550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9147D-BCE5-44C8-BC99-AED707BA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Marketing in the examples you gave 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D4FBB-67B7-4A1A-8DEE-981B7040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42735"/>
                </a:solidFill>
                <a:latin typeface="Avenir Next"/>
                <a:ea typeface="Avenir Next"/>
                <a:cs typeface="Avenir Next"/>
              </a:rPr>
              <a:t>Walmart pickup: a customer orders by phone, arrives at a pickup spot, and an employee loads the trunk.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57537-1363-4977-91A4-CDB97182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735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42735"/>
                </a:solidFill>
                <a:latin typeface="Avenir Next"/>
                <a:ea typeface="Avenir Next"/>
                <a:cs typeface="Avenir Next"/>
              </a:rPr>
              <a:t>With your group, point to two details in the image. What do those details help the business do for the customer?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9EFD5-8505-4C52-89B3-1B8C23AB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10953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7E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0522B-C767-40AB-A11A-CAF24279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171950"/>
            <a:ext cx="9048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7E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1E833-8F58-448B-9153-08E81B2F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71950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7E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TALK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5990C-AAB9-429F-B766-97032537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99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Start with what you notice. Do not name a term yet.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AAC04-2B8E-4818-BBE9-23C84D1C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57D73-A4E4-4521-AC82-3F6963A8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Group roles: Reader names the detail. Connector says what it helps the customer do. Recorder writes two clues.</a:t>
            </a:r>
          </a:p>
        </p:txBody>
      </p:sp>
    </p:spTree>
    <p:extLst>
      <p:ext uri="{BB962C8B-B14F-4D97-AF65-F5344CB8AC3E}">
        <p14:creationId xmlns:p14="http://schemas.microsoft.com/office/powerpoint/2010/main" val="639846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0BA2E-E591-43C3-9102-F05487FF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C7E77-F29B-46BC-9D50-6DF84C98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GROUP TASK · EVIDENCE, TERM, CUSTOMER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9268B-E23C-4222-8F5A-80BF546C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3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6 minutes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a75ff38ce419e"/>
          <a:srcRect xmlns:a="http://schemas.openxmlformats.org/drawingml/2006/main" l="16660" t="0" r="16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885825"/>
            <a:ext cx="5191125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88a6afb704220"/>
          <a:srcRect xmlns:a="http://schemas.openxmlformats.org/drawingml/2006/main" l="16660" t="0" r="16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885825"/>
            <a:ext cx="5191125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2B0A8-075D-4E73-9244-D78B01D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Choose one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EA7C2-1D85-4CBA-BF5A-FD394CDB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735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142735"/>
                </a:solidFill>
                <a:latin typeface="Avenir Next"/>
                <a:ea typeface="Avenir Next"/>
                <a:cs typeface="Avenir Next"/>
              </a:rPr>
              <a:t>Movie showtimes OR stadium cashierless store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E1D1C-874B-4982-B1B2-C6A9261E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29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Your group must create one evidence sentence: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0BDD1-F0C6-49DD-B1BE-DBE193C2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8102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75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735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42735"/>
                </a:solidFill>
                <a:latin typeface="Avenir Next"/>
                <a:ea typeface="Avenir Next"/>
                <a:cs typeface="Avenir Next"/>
              </a:rPr>
              <a:t>“We noticed ____. That could connect to ____ because it helps the customer ____.”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B539D-225E-409C-8298-620DDF39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15075"/>
            <a:ext cx="12192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FEF08-27C4-4ABD-B7D9-359A1CEE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Word bank: product/service management · pricing · channel management · promotion · marketing information management · selling</a:t>
            </a:r>
          </a:p>
        </p:txBody>
      </p:sp>
    </p:spTree>
    <p:extLst>
      <p:ext uri="{BB962C8B-B14F-4D97-AF65-F5344CB8AC3E}">
        <p14:creationId xmlns:p14="http://schemas.microsoft.com/office/powerpoint/2010/main" val="950961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DDC02-90C9-4660-A4A8-DE644DF8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104C2-D37D-4A24-9B45-01A748A7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SHARE + CONNECT · THE WEEK IN ONE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FF596-48D7-45C4-8770-5FB91A04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3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4–6 minutes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0cccb2e4a4c84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38200"/>
            <a:ext cx="5048250" cy="5048250"/>
          </a:xfrm>
          <a:prstGeom xmlns:a="http://schemas.openxmlformats.org/drawingml/2006/main" prst="roundRect">
            <a:avLst>
              <a:gd name="adj" fmla="val 226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CAA39-C91F-457C-BAB4-ADD08C94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The terms we are strengthening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B1B77-7547-437D-9418-FF4084A4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Earlier this week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EDFE7-CFF1-4435-B9FB-6474BBED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7E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4B6E6-5C40-4759-B34B-0E18431D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952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7E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E142E-04FE-443A-9BAA-0082F4BF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52600"/>
            <a:ext cx="1543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7E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target market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B9C48-F52B-4A4F-B4A1-AC4BE0F8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7E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market share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006F9-BC02-4664-9E2C-A75EAFD5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Marketing mix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6FF10-CA74-46B3-BA54-1B92F16B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CE470-ED25-4501-B9F7-1F793BA8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90800"/>
            <a:ext cx="9048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A7462-71B7-4EF2-A0BD-24D048BA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90800"/>
            <a:ext cx="952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D5625-CEEF-4F18-A1FC-E4293300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9080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promotion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0C883-0034-4CC4-AA2F-93339167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52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Marketing concept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02131-8DA5-4298-85E4-A83220D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500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3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735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42735"/>
                </a:solidFill>
                <a:latin typeface="Avenir Next"/>
                <a:ea typeface="Avenir Next"/>
                <a:cs typeface="Avenir Next"/>
              </a:rPr>
              <a:t>Satisfy customers’ needs and wants while making money.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4C500-2DF0-4A4C-9899-CE7460AF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Our team’s summary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927DF-8F1D-4AED-902A-32D9DC93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528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60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“For ____, this business uses ____ to ____. That helps meet a customer need or want and helps the business make money.”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A9CCA-8D0C-4F75-887E-C142E722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81725"/>
            <a:ext cx="12192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B66A1-DABD-406E-9745-C774A88D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Share one sentence. Then listen for a different term another group used. Give a thumbs-up when you hear evidence that fits.</a:t>
            </a:r>
          </a:p>
        </p:txBody>
      </p:sp>
    </p:spTree>
    <p:extLst>
      <p:ext uri="{BB962C8B-B14F-4D97-AF65-F5344CB8AC3E}">
        <p14:creationId xmlns:p14="http://schemas.microsoft.com/office/powerpoint/2010/main" val="1677584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2026-09-23T15:34:15.8330000Z</dcterms:created>
  <dcterms:modified xsi:type="dcterms:W3CDTF">2026-09-23T15:34:15.8330000Z</dcterms:modified>
</coreProperties>
</file>
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9d7589417d48c8" /><Relationship Type="http://schemas.openxmlformats.org/officeDocument/2006/relationships/extended-properties" Target="/docProps/app.xml" Id="Rc2d0cae7fb154e1a" /><Relationship Type="http://schemas.openxmlformats.org/officeDocument/2006/relationships/officeDocument" Target="/ppt/presentation.xml" Id="Rd39fb00f5fd5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dd93938064b64"/>
  </p:sldMasterIdLst>
  <p:notesMasterIdLst>
    <p:notesMasterId xmlns:r="http://schemas.openxmlformats.org/officeDocument/2006/relationships" r:id="Ra2e17da8691b486d"/>
  </p:notesMasterIdLst>
  <p:sldIdLst>
    <p:sldId xmlns:r="http://schemas.openxmlformats.org/officeDocument/2006/relationships" id="256" r:id="R6be039f39a8543d1"/>
    <p:sldId xmlns:r="http://schemas.openxmlformats.org/officeDocument/2006/relationships" id="257" r:id="R79a012c9d11045fa"/>
    <p:sldId xmlns:r="http://schemas.openxmlformats.org/officeDocument/2006/relationships" id="258" r:id="Rc406109f484443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71e5a6983496c" /><Relationship Type="http://schemas.openxmlformats.org/officeDocument/2006/relationships/slideMaster" Target="/ppt/slideMasters/slideMaster1.xml" Id="R7fadd93938064b64" /><Relationship Type="http://schemas.openxmlformats.org/officeDocument/2006/relationships/notesMaster" Target="/ppt/notesMasters/notesMaster1.xml" Id="Ra2e17da8691b486d" /><Relationship Type="http://schemas.openxmlformats.org/officeDocument/2006/relationships/presProps" Target="/ppt/presProps.xml" Id="R5a6f80e63c5048cd" /><Relationship Type="http://schemas.openxmlformats.org/officeDocument/2006/relationships/tableStyles" Target="/ppt/tableStyles.xml" Id="Re8f64cb6c677491d" /><Relationship Type="http://schemas.openxmlformats.org/officeDocument/2006/relationships/slide" Target="/ppt/slides/slide1.xml" Id="R6be039f39a8543d1" /><Relationship Type="http://schemas.openxmlformats.org/officeDocument/2006/relationships/slide" Target="/ppt/slides/slide2.xml" Id="R79a012c9d11045fa" /><Relationship Type="http://schemas.openxmlformats.org/officeDocument/2006/relationships/slide" Target="/ppt/slides/slide3.xml" Id="Rc406109f4844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3841b1ff6e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85c00ab3b74706" /><Relationship Type="http://schemas.openxmlformats.org/officeDocument/2006/relationships/notesMaster" Target="/ppt/notesMasters/notesMaster1.xml" Id="R2cd728899113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937c0ab5334639" /><Relationship Type="http://schemas.openxmlformats.org/officeDocument/2006/relationships/notesMaster" Target="/ppt/notesMasters/notesMaster1.xml" Id="R547caba05a93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d064a1ef943a7" /><Relationship Type="http://schemas.openxmlformats.org/officeDocument/2006/relationships/notesMaster" Target="/ppt/notesMasters/notesMaster1.xml" Id="Rc24bd9509feb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context: September 23 marketing transcript, phone feedback/customer experience discussion. UDL: image establishes the scenario; students have a low-pressure independent entry and four response modes. Generated image prompt: photorealistic school concession, student holding phone with rating icons, no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context: September 23 transcript. SBTE feedback applied: let students generate their ideas before teacher examples. UDL: three concrete visual routes, choice without a single forced answer, and multiple response modes. Generated images depict mobile pickup and concession staff reviewing icon-only feedback. Museum phone-feedback image reuses the established class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context: September 23 transcript, definitions of marketing information management, product/service management, promotion, selling, and channel management; marketing concept. UDL: visual example plus exact vocabulary and a plain-language clue, sentence frame, private rehearsal, and flexible expression. Teacher move: scan from a planted position; ask “What would the company actually do?” before clarifying. Generated image prompt: two students quietly connecting a concession phone photo to a paper with colored choices, no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960048f8644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4d140b4fb48e9" /><Relationship Type="http://schemas.openxmlformats.org/officeDocument/2006/relationships/slideLayout" Target="/ppt/slideLayouts/slideLayout1.xml" Id="Re027a067e70940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7a067e70940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b05ed0a1d44cc" /><Relationship Type="http://schemas.openxmlformats.org/officeDocument/2006/relationships/image" Target="/ppt/media/image.png" Id="Rd7ad1e6897e44987" /><Relationship Type="http://schemas.openxmlformats.org/officeDocument/2006/relationships/notesSlide" Target="/ppt/notesSlides/notesSlide1.xml" Id="Rf7d098dbb1e94a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babb1f7f9449d" /><Relationship Type="http://schemas.openxmlformats.org/officeDocument/2006/relationships/image" Target="/ppt/media/image2.png" Id="R37140d5824254677" /><Relationship Type="http://schemas.openxmlformats.org/officeDocument/2006/relationships/image" Target="/ppt/media/image3.png" Id="R486adaa3c6ae4edd" /><Relationship Type="http://schemas.openxmlformats.org/officeDocument/2006/relationships/image" Target="/ppt/media/image4.png" Id="Rccabf7a59c26467e" /><Relationship Type="http://schemas.openxmlformats.org/officeDocument/2006/relationships/notesSlide" Target="/ppt/notesSlides/notesSlide2.xml" Id="R65a5c531444d4a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bef22404a4e37" /><Relationship Type="http://schemas.openxmlformats.org/officeDocument/2006/relationships/image" Target="/ppt/media/image5.png" Id="R9b5a43d377cd44fa" /><Relationship Type="http://schemas.openxmlformats.org/officeDocument/2006/relationships/notesSlide" Target="/ppt/notesSlides/notesSlide3.xml" Id="Rbc16553cd61f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CF862-D2C0-4DFF-BAE7-DC18B88B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02068-013A-42F4-8984-4C8ACB3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97538-B667-4236-BBF0-B8897BD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57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LOOK QUIETLY · 0:20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A65E8-9395-48A5-9606-3BFD2AE7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A phone turns a snack purchase into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7E36-E2A2-4FF9-A045-CE508481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At the game, a student buys popcorn and rates the experience on her phone.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d1e6897e44987"/>
          <a:srcRect xmlns:a="http://schemas.openxmlformats.org/drawingml/2006/main" l="0" t="21914" r="0" b="21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000250"/>
            <a:ext cx="1144905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F162F-75A2-4D3B-9284-463167E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144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9F74C-3440-425D-B894-622B5B56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What could the business learn from that rating?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BD357-47A9-49B1-9841-D1D4649C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531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Think quietly. You may point, jot, whisper, or share.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F2763-57F7-477B-A124-E106DF3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0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Phone feedback → customer information</a:t>
            </a:r>
          </a:p>
        </p:txBody>
      </p:sp>
    </p:spTree>
    <p:extLst>
      <p:ext uri="{BB962C8B-B14F-4D97-AF65-F5344CB8AC3E}">
        <p14:creationId xmlns:p14="http://schemas.microsoft.com/office/powerpoint/2010/main" val="357193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7A3E7-1B3A-421D-961E-339D625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1ED9D-0327-4A12-92B9-DF33DE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658D-27CC-46F1-BFFD-765B5F6D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EA718-A788-4570-92AD-EBB13E96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What could help the next customer?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09570-4B85-4734-9EEB-FB91BEF0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Choose one example. What customer need or want could it help?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40d5824254677"/>
          <a:srcRect xmlns:a="http://schemas.openxmlformats.org/drawingml/2006/main" l="8728" t="0" r="8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238375"/>
            <a:ext cx="3562350" cy="242887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adaa3c6ae4edd"/>
          <a:srcRect xmlns:a="http://schemas.openxmlformats.org/drawingml/2006/main" l="8728" t="0" r="8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4825" y="2238375"/>
            <a:ext cx="3562350" cy="24288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bf7a59c26467e"/>
          <a:srcRect xmlns:a="http://schemas.openxmlformats.org/drawingml/2006/main" l="8728" t="0" r="8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2238375"/>
            <a:ext cx="3562350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8AB1E-3440-4C73-A5E5-B44D968F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A  Use ratings to learn what customers liked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F508C-2258-421C-9BF2-A14B966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10125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B  Make pickup quicker or easier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053E2-1A22-421C-9385-0B43892C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356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  Show visitors what they may like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22A1C-66D5-4CE9-881F-D3FA312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144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083F4-D840-42F3-8B96-693E6F9A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14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Choose first. Then give one reason. There can be more than one good idea.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6CBE5-F533-4428-9698-C4DF8FC3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0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Point · jot · partner-share · share aloud</a:t>
            </a:r>
          </a:p>
        </p:txBody>
      </p:sp>
    </p:spTree>
    <p:extLst>
      <p:ext uri="{BB962C8B-B14F-4D97-AF65-F5344CB8AC3E}">
        <p14:creationId xmlns:p14="http://schemas.microsoft.com/office/powerpoint/2010/main" val="358199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A3CAC-6092-476D-ACF9-FDD3AA2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2248E-6E74-4ABA-A0A9-51E8889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4C720-A184-472A-A193-41E7E0B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7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CONNECT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239F1-337A-4D7A-97E8-E9E303F1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One customer need or want. One marketing function.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a43d377cd44fa"/>
          <a:srcRect xmlns:a="http://schemas.openxmlformats.org/drawingml/2006/main" l="4663" t="0" r="46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619250"/>
            <a:ext cx="55245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C3E35-3B13-41B6-8FDF-778C5EC7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38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Pick one exact term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1D160-D03C-4F49-97B7-A871B69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Marketing information management</a:t>
            </a:r>
          </a:p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Gather customer wants, needs, or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55B0C-B477-47C9-9980-6B6D0622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14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Product/service management</a:t>
            </a:r>
          </a:p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Improve the product or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3A4C6-10CE-45E5-9C11-4503AE43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81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Promotion</a:t>
            </a:r>
          </a:p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Send messages that influence purchases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7D1C6-40B7-4A99-92FB-504832EE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Selling</a:t>
            </a:r>
          </a:p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Help the customer buy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03FE6-3035-4793-9F67-5622A85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14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Channel management</a:t>
            </a:r>
          </a:p>
          <a:p xmlns:a="http://schemas.openxmlformats.org/drawingml/2006/main">
            <a:pPr algn="l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Make the product 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38E69-1239-42A6-97E6-41C0074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1144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81351-7A50-443C-9095-1DACB49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“The customer needs or wants ____. ____ helps because the company can ____.”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C3A4D-C0EE-4ACE-9152-1408149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Rehearse quietly, then point, jot, partner-share, or share aloud. Stop at 5:00 total.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2D633-75D2-41A0-9026-1E484EAA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87E82"/>
                </a:solidFill>
                <a:latin typeface="Avenir Next"/>
                <a:ea typeface="Avenir Next"/>
                <a:cs typeface="Avenir Next"/>
              </a:rPr>
              <a:t>Marketing concept: satisfy customer needs and wants while making money.</a:t>
            </a:r>
          </a:p>
        </p:txBody>
      </p:sp>
    </p:spTree>
    <p:extLst>
      <p:ext uri="{BB962C8B-B14F-4D97-AF65-F5344CB8AC3E}">
        <p14:creationId xmlns:p14="http://schemas.microsoft.com/office/powerpoint/2010/main" val="1646521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2026-09-23T15:13:46.3530000Z</dcterms:created>
  <dcterms:modified xsi:type="dcterms:W3CDTF">2026-09-23T15:13:46.3530000Z</dcterms:modified>
</coreProperties>
</file>
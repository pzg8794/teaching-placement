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ead8a136114b65" /><Relationship Type="http://schemas.openxmlformats.org/officeDocument/2006/relationships/extended-properties" Target="/docProps/app.xml" Id="Rb084b3689cd44369" /><Relationship Type="http://schemas.openxmlformats.org/officeDocument/2006/relationships/officeDocument" Target="/ppt/presentation.xml" Id="Rb9717e6cd8c74c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772c9899544ca7"/>
  </p:sldMasterIdLst>
  <p:notesMasterIdLst>
    <p:notesMasterId xmlns:r="http://schemas.openxmlformats.org/officeDocument/2006/relationships" r:id="R16ad1f780b0e4977"/>
  </p:notesMasterIdLst>
  <p:sldIdLst>
    <p:sldId xmlns:r="http://schemas.openxmlformats.org/officeDocument/2006/relationships" id="256" r:id="R8d14956b5a754668"/>
    <p:sldId xmlns:r="http://schemas.openxmlformats.org/officeDocument/2006/relationships" id="257" r:id="R379b2aae73d94117"/>
    <p:sldId xmlns:r="http://schemas.openxmlformats.org/officeDocument/2006/relationships" id="258" r:id="Rb33d2d17c6704baf"/>
    <p:sldId xmlns:r="http://schemas.openxmlformats.org/officeDocument/2006/relationships" id="259" r:id="Rcffc66d57fe24504"/>
    <p:sldId xmlns:r="http://schemas.openxmlformats.org/officeDocument/2006/relationships" id="260" r:id="R9c1d6ced86984ae6"/>
    <p:sldId xmlns:r="http://schemas.openxmlformats.org/officeDocument/2006/relationships" id="261" r:id="R665db1cab3a14c65"/>
    <p:sldId xmlns:r="http://schemas.openxmlformats.org/officeDocument/2006/relationships" id="262" r:id="R85c8fb488a3b49b6"/>
    <p:sldId xmlns:r="http://schemas.openxmlformats.org/officeDocument/2006/relationships" id="263" r:id="Rdb392b1087364fcf"/>
    <p:sldId xmlns:r="http://schemas.openxmlformats.org/officeDocument/2006/relationships" id="264" r:id="Rdc1165d42c5e4b54"/>
    <p:sldId xmlns:r="http://schemas.openxmlformats.org/officeDocument/2006/relationships" id="265" r:id="R3d96dd84f65d4fa2"/>
    <p:sldId xmlns:r="http://schemas.openxmlformats.org/officeDocument/2006/relationships" id="266" r:id="R55332fb44e4d4e46"/>
    <p:sldId xmlns:r="http://schemas.openxmlformats.org/officeDocument/2006/relationships" id="267" r:id="R688df90c8ad84e7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c83575faef4d6f" /><Relationship Type="http://schemas.openxmlformats.org/officeDocument/2006/relationships/slideMaster" Target="/ppt/slideMasters/slideMaster1.xml" Id="Re5772c9899544ca7" /><Relationship Type="http://schemas.openxmlformats.org/officeDocument/2006/relationships/notesMaster" Target="/ppt/notesMasters/notesMaster1.xml" Id="R16ad1f780b0e4977" /><Relationship Type="http://schemas.openxmlformats.org/officeDocument/2006/relationships/presProps" Target="/ppt/presProps.xml" Id="Ra9e77d991668408c" /><Relationship Type="http://schemas.openxmlformats.org/officeDocument/2006/relationships/tableStyles" Target="/ppt/tableStyles.xml" Id="R0ecbb679798a415b" /><Relationship Type="http://schemas.openxmlformats.org/officeDocument/2006/relationships/slide" Target="/ppt/slides/slide1.xml" Id="R8d14956b5a754668" /><Relationship Type="http://schemas.openxmlformats.org/officeDocument/2006/relationships/slide" Target="/ppt/slides/slide2.xml" Id="R379b2aae73d94117" /><Relationship Type="http://schemas.openxmlformats.org/officeDocument/2006/relationships/slide" Target="/ppt/slides/slide3.xml" Id="Rb33d2d17c6704baf" /><Relationship Type="http://schemas.openxmlformats.org/officeDocument/2006/relationships/slide" Target="/ppt/slides/slide4.xml" Id="Rcffc66d57fe24504" /><Relationship Type="http://schemas.openxmlformats.org/officeDocument/2006/relationships/slide" Target="/ppt/slides/slide5.xml" Id="R9c1d6ced86984ae6" /><Relationship Type="http://schemas.openxmlformats.org/officeDocument/2006/relationships/slide" Target="/ppt/slides/slide6.xml" Id="R665db1cab3a14c65" /><Relationship Type="http://schemas.openxmlformats.org/officeDocument/2006/relationships/slide" Target="/ppt/slides/slide7.xml" Id="R85c8fb488a3b49b6" /><Relationship Type="http://schemas.openxmlformats.org/officeDocument/2006/relationships/slide" Target="/ppt/slides/slide8.xml" Id="Rdb392b1087364fcf" /><Relationship Type="http://schemas.openxmlformats.org/officeDocument/2006/relationships/slide" Target="/ppt/slides/slide9.xml" Id="Rdc1165d42c5e4b54" /><Relationship Type="http://schemas.openxmlformats.org/officeDocument/2006/relationships/slide" Target="/ppt/slides/slide10.xml" Id="R3d96dd84f65d4fa2" /><Relationship Type="http://schemas.openxmlformats.org/officeDocument/2006/relationships/slide" Target="/ppt/slides/slide11.xml" Id="R55332fb44e4d4e46" /><Relationship Type="http://schemas.openxmlformats.org/officeDocument/2006/relationships/slide" Target="/ppt/slides/slide12.xml" Id="R688df90c8ad84e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683abf613b49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89b23c48b4453e" /><Relationship Type="http://schemas.openxmlformats.org/officeDocument/2006/relationships/notesMaster" Target="/ppt/notesMasters/notesMaster1.xml" Id="R4cf30e9d558e4d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498ee11e8e41ef" /><Relationship Type="http://schemas.openxmlformats.org/officeDocument/2006/relationships/notesMaster" Target="/ppt/notesMasters/notesMaster1.xml" Id="R35cb922b569b47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ce786b061a412b" /><Relationship Type="http://schemas.openxmlformats.org/officeDocument/2006/relationships/notesMaster" Target="/ppt/notesMasters/notesMaster1.xml" Id="Rc0b213c76f3c4f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4917fad97e42c2" /><Relationship Type="http://schemas.openxmlformats.org/officeDocument/2006/relationships/notesMaster" Target="/ppt/notesMasters/notesMaster1.xml" Id="R3afbb30e346347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cffc1f4b054918" /><Relationship Type="http://schemas.openxmlformats.org/officeDocument/2006/relationships/notesMaster" Target="/ppt/notesMasters/notesMaster1.xml" Id="Rcc01e2a1961f48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129abd25e54107" /><Relationship Type="http://schemas.openxmlformats.org/officeDocument/2006/relationships/notesMaster" Target="/ppt/notesMasters/notesMaster1.xml" Id="R2bc1818542f647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c82b912e7e4eef" /><Relationship Type="http://schemas.openxmlformats.org/officeDocument/2006/relationships/notesMaster" Target="/ppt/notesMasters/notesMaster1.xml" Id="R13a43b54dace492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888fc7ac124432" /><Relationship Type="http://schemas.openxmlformats.org/officeDocument/2006/relationships/notesMaster" Target="/ppt/notesMasters/notesMaster1.xml" Id="Rae9cc84a58fa4b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9b054f4ddd49a3" /><Relationship Type="http://schemas.openxmlformats.org/officeDocument/2006/relationships/notesMaster" Target="/ppt/notesMasters/notesMaster1.xml" Id="Ra8d22f2e1e6b491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d6864403b24d1d" /><Relationship Type="http://schemas.openxmlformats.org/officeDocument/2006/relationships/notesMaster" Target="/ppt/notesMasters/notesMaster1.xml" Id="R1d104003ba9148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aa7de16f4d141b0" /><Relationship Type="http://schemas.openxmlformats.org/officeDocument/2006/relationships/notesMaster" Target="/ppt/notesMasters/notesMaster1.xml" Id="R5159e0b2ef304c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7a2fc0bdff4b16" /><Relationship Type="http://schemas.openxmlformats.org/officeDocument/2006/relationships/notesMaster" Target="/ppt/notesMasters/notesMaster1.xml" Id="R18212fcae3b141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“Today you will use PEST to explain how outside changes affect a business you choose.”</a:t>
            </a:r>
          </a:p>
          <a:p xmlns:a="http://schemas.openxmlformats.org/drawingml/2006/main">
            <a:r>
              <a:t>DO: Display the agenda, distribute the sheet, and identify the target.</a:t>
            </a:r>
          </a:p>
          <a:p xmlns:a="http://schemas.openxmlformats.org/drawingml/2006/main">
            <a:r>
              <a:t>CHECK: Students know that PEST concerns external influences, not the four 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“We will complete one PEST section at a time. I will tell you when to move.”</a:t>
            </a:r>
          </a:p>
          <a:p xmlns:a="http://schemas.openxmlformats.org/drawingml/2006/main">
            <a:r>
              <a:t>DO: Keep the introduction within five minutes, including the short model.</a:t>
            </a:r>
          </a:p>
          <a:p xmlns:a="http://schemas.openxmlformats.org/drawingml/2006/main">
            <a:r>
              <a:t>NOTE: 3–5 + 2 + 12 + 5 =22–24, leaving 6–8 minutes. If discussion runs longer, reduce buffer rather than claiming work finished.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PAT APPROVES THE NUMERICAL RUBRIC: SAY: “A 3 shows complete, accurate application. A 4 explains a deeper decision and why it makes sense. More words alone do not earn a 4.”</a:t>
            </a:r>
          </a:p>
          <a:p xmlns:a="http://schemas.openxmlformats.org/drawingml/2006/main">
            <a:r>
              <a:t>CHECK WITH PAT: Confirm these descriptors and whether this is formative or graded before announcing them as final. No automatic averaging, bonuses, or conversion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PAT APPROVES THE NUMERICAL RUBRIC: SAY: “Use business terms and explain because. A list of words does not yet show why a business is affected.”</a:t>
            </a:r>
          </a:p>
          <a:p xmlns:a="http://schemas.openxmlformats.org/drawingml/2006/main">
            <a:r>
              <a:t>DO: Read directions aloud and accept a spoken rehearsal before writing.</a:t>
            </a:r>
          </a:p>
          <a:p xmlns:a="http://schemas.openxmlformats.org/drawingml/2006/main">
            <a:r>
              <a:t>ASSESS: Understanding, not spelling, handwriting, accent, speed, or decorative work. Access support alone never reduces a level. Insufficient evidence is separate from level 1; confirm IE and overall-score handling with Pat.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same external change can create an opportunity and a cost. Your example must explain why.”</a:t>
            </a:r>
          </a:p>
          <a:p xmlns:a="http://schemas.openxmlformats.org/drawingml/2006/main">
            <a:r>
              <a:t>DO: Model only this one factor, then let students apply the other categories.</a:t>
            </a:r>
          </a:p>
          <a:p xmlns:a="http://schemas.openxmlformats.org/drawingml/2006/main">
            <a:r>
              <a:t>RESPONSE: The shop could train staff and plan for compliance costs. This is an internal response to an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“Choose a business you understand and name its target market. Who buys from it, and what do they want?”</a:t>
            </a:r>
          </a:p>
          <a:p xmlns:a="http://schemas.openxmlformats.org/drawingml/2006/main">
            <a:r>
              <a:t>DO: Start a 2-minute timer. If stuck, offer a familiar business category such as a cafe, shoe shop, or digital-book service.</a:t>
            </a:r>
          </a:p>
          <a:p xmlns:a="http://schemas.openxmlformats.org/drawingml/2006/main">
            <a:r>
              <a:t>CHECK: Business and target market both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rule or policy could affect this business?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economic change could affect costs or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 in the customers or community could affect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technology change could affect access, service, or competition?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“Connect the analysis to a business decision. Which opportunity would you use? Which risk would you address? Why?”</a:t>
            </a:r>
          </a:p>
          <a:p xmlns:a="http://schemas.openxmlformats.org/drawingml/2006/main">
            <a:r>
              <a:t>DO: Invite2–4 complete sentences as a planning guide, not a scored word count. Students may orally rehearse first.</a:t>
            </a:r>
          </a:p>
          <a:p xmlns:a="http://schemas.openxmlformats.org/drawingml/2006/main">
            <a:r>
              <a:t>CHECK: Responses follow from their own factors, not generic advice.</a:t>
            </a:r>
          </a:p>
          <a:p xmlns:a="http://schemas.openxmlformats.org/drawingml/2006/main">
            <a:r>
              <a:t>EXTEND: Compare priorities or two interacting factors and justify a trade-off.</a:t>
            </a:r>
          </a:p>
          <a:p xmlns:a="http://schemas.openxmlformats.org/drawingml/2006/main">
            <a:r>
              <a:t>PAIR CHECK: Both partners can explain the agreed business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“Check each section. Circle a place where you explained why. Use remaining time to practise the approved Terms to Know.”</a:t>
            </a:r>
          </a:p>
          <a:p xmlns:a="http://schemas.openxmlformats.org/drawingml/2006/main">
            <a:r>
              <a:t>DO: Record separate Block 1 and Block 5 stops.</a:t>
            </a:r>
          </a:p>
          <a:p xmlns:a="http://schemas.openxmlformats.org/drawingml/2006/main">
            <a:r>
              <a:t>OPEN: Confirm quiz scope, collection route, how pair evidence will be assessed, and grading with Pat. Do not invent a deadline.</a:t>
            </a:r>
          </a:p>
          <a:p xmlns:a="http://schemas.openxmlformats.org/drawingml/2006/main">
            <a:r>
              <a:t>RECORD: Block 1 stop/support needed __ ; Block 5 stop/support needed 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b7f5c078742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1335e2ed3474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645d421d2843a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f58d74136469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368666b9f49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66db31c4184b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8B01F7B-D26D-48F4-B6F6-D6B93DCB8A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7010CDD-4F6B-4A63-960E-D37078F6856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713FB83-9445-44D2-BE7B-4080FC498D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1C8351-9EA5-48CC-B40C-08D9558734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40239B2-9887-4232-B258-A0DA6BA28E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9C183F-0746-4BBB-8C98-EB089381B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A6D10F-349B-4098-9E61-4B852092C8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34D8424-DFDE-453A-8709-4B64790424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8FD85B-2617-48C5-9E03-F09CC3BC98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7C61D7F-6C3D-4AB6-BD59-EB8DD6D996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93f0eb837846e1" /><Relationship Type="http://schemas.openxmlformats.org/officeDocument/2006/relationships/slideLayout" Target="/ppt/slideLayouts/slideLayout1.xml" Id="R72932ee1dad548db" /><Relationship Type="http://schemas.openxmlformats.org/officeDocument/2006/relationships/slideLayout" Target="/ppt/slideLayouts/slideLayout2.xml" Id="R3691a23045c44447" /><Relationship Type="http://schemas.openxmlformats.org/officeDocument/2006/relationships/slideLayout" Target="/ppt/slideLayouts/slideLayout3.xml" Id="R9b2d27cf7c0942a1" /><Relationship Type="http://schemas.openxmlformats.org/officeDocument/2006/relationships/slideLayout" Target="/ppt/slideLayouts/slideLayout4.xml" Id="Rd06f7ddd7c224017" /><Relationship Type="http://schemas.openxmlformats.org/officeDocument/2006/relationships/slideLayout" Target="/ppt/slideLayouts/slideLayout5.xml" Id="R66ee34e54a3243ee" /><Relationship Type="http://schemas.openxmlformats.org/officeDocument/2006/relationships/slideLayout" Target="/ppt/slideLayouts/slideLayout6.xml" Id="R57bbaf8c155149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932ee1dad548db"/>
    <p:sldLayoutId xmlns:r="http://schemas.openxmlformats.org/officeDocument/2006/relationships" id="2147483650" r:id="R3691a23045c44447"/>
    <p:sldLayoutId xmlns:r="http://schemas.openxmlformats.org/officeDocument/2006/relationships" id="2147483651" r:id="R9b2d27cf7c0942a1"/>
    <p:sldLayoutId xmlns:r="http://schemas.openxmlformats.org/officeDocument/2006/relationships" id="2147483652" r:id="Rd06f7ddd7c224017"/>
    <p:sldLayoutId xmlns:r="http://schemas.openxmlformats.org/officeDocument/2006/relationships" id="2147483653" r:id="R66ee34e54a3243ee"/>
    <p:sldLayoutId xmlns:r="http://schemas.openxmlformats.org/officeDocument/2006/relationships" id="2147483654" r:id="R57bbaf8c155149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baa93257644ba3" /><Relationship Type="http://schemas.openxmlformats.org/officeDocument/2006/relationships/notesSlide" Target="/ppt/notesSlides/notesSlide1.xml" Id="R1bdae7838d084a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d164ffebce4d78" /><Relationship Type="http://schemas.openxmlformats.org/officeDocument/2006/relationships/notesSlide" Target="/ppt/notesSlides/notesSlide2.xml" Id="Rdf0cd14898b74d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16f0258f1a4fa9" /><Relationship Type="http://schemas.openxmlformats.org/officeDocument/2006/relationships/notesSlide" Target="/ppt/notesSlides/notesSlide3.xml" Id="Rc505aab612a742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2bb87c463d4fd6" /><Relationship Type="http://schemas.openxmlformats.org/officeDocument/2006/relationships/notesSlide" Target="/ppt/notesSlides/notesSlide4.xml" Id="R9c040656e14a4e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fbaf4d162c438d" /><Relationship Type="http://schemas.openxmlformats.org/officeDocument/2006/relationships/notesSlide" Target="/ppt/notesSlides/notesSlide5.xml" Id="R064d14722fbd44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ec6b93e64451b" /><Relationship Type="http://schemas.openxmlformats.org/officeDocument/2006/relationships/notesSlide" Target="/ppt/notesSlides/notesSlide6.xml" Id="R1399c320944d49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0a95e18a9146a9" /><Relationship Type="http://schemas.openxmlformats.org/officeDocument/2006/relationships/notesSlide" Target="/ppt/notesSlides/notesSlide7.xml" Id="R99807bf9c80a42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0a7e4545514c52" /><Relationship Type="http://schemas.openxmlformats.org/officeDocument/2006/relationships/notesSlide" Target="/ppt/notesSlides/notesSlide8.xml" Id="R72633589e3ec42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a4d3f516004705" /><Relationship Type="http://schemas.openxmlformats.org/officeDocument/2006/relationships/notesSlide" Target="/ppt/notesSlides/notesSlide9.xml" Id="Rad5c8156f9c04d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164b1c632e41fa" /><Relationship Type="http://schemas.openxmlformats.org/officeDocument/2006/relationships/notesSlide" Target="/ppt/notesSlides/notesSlide10.xml" Id="R3e81e0cd795d41d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2ccfbbaacd4f09" /><Relationship Type="http://schemas.openxmlformats.org/officeDocument/2006/relationships/notesSlide" Target="/ppt/notesSlides/notesSlide11.xml" Id="R5c08ef1b769648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f18f83c36f489a" /><Relationship Type="http://schemas.openxmlformats.org/officeDocument/2006/relationships/notesSlide" Target="/ppt/notesSlides/notesSlide12.xml" Id="R55640a80aeb746b7" /></Relationships>
</file>

<file path=ppt/slides/slide1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6FDC6401-04B0-4135-9D61-09227716CAC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PEST analysis for your business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07E8D582-19A8-4110-87EB-1C6FA1A686E4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30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2E8B83B4-0914-4620-B6F9-F7B281FA8503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“Today you will use PEST to explain how outside changes affect a business you choose.”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Display the agenda, distribute the sheet, and identify the target.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Students know that PEST concerns external influences, not the four Ps.</ns1:t>
            </ns1:r>
          </ns1:p>
        </p:txBody>
      </p:sp>
    </p:spTree>
    <p:extLst>
      <p:ext uri="{BB962C8B-B14F-4D97-AF65-F5344CB8AC3E}">
        <ns3:creationId val="2096561949"/>
      </p:ext>
    </p:extLst>
  </p:cSld>
  <p:transition spd="fast" advClick="1">
    <p:fade/>
  </p:transition>
</p:sld>
</file>

<file path=ppt/slides/slide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68E6FD1F-5862-4D92-87B4-E61879CBA2EB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Activity sequence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A241441-A639-4EEB-B1CD-9DB30473DFA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A 30-minute planning window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F5D4D559-9ACB-4D20-BC82-E82722E0CF5B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“We will complete one PEST section at a time. I will tell you when to move.”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Keep the introduction within five minutes, including the short model.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NOTE: 3–5 + 2 + 12 + 5 =22–24, leaving 6–8 minutes. If discussion runs longer, reduce buffer rather than claiming work finished.</ns1:t>
            </ns1:r>
          </ns1:p>
        </p:txBody>
      </p:sp>
    </p:spTree>
    <p:extLst>
      <p:ext uri="{BB962C8B-B14F-4D97-AF65-F5344CB8AC3E}">
        <ns3:creationId val="2039794400"/>
      </p:ext>
    </p:extLst>
  </p:cSld>
  <p:transition spd="fast" advClick="1">
    <p:fade/>
  </p:transition>
</p:sld>
</file>

<file path=ppt/slides/slide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B787CA81-051B-4A45-A03C-3A9FC13CE92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Proficiency and deeper reasoning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447F7E40-C1F8-44EB-8F83-79C9BE26A21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Teacher-only proposal: confirm with Pat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6C7242AD-ACB8-42F4-A7F9-F0B8162FBF84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3  Proficient</ns1:t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Accurate PEST categories, relevant examples, + and − impacts explained in complete thoughts, and a clear business response.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4  Exceeds</ns1:t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Meets level 3 and independently explains a justified priority, trade-off, or connection between factors.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Announce numerical levels only after Pat approves them.</ns1:t>
            </ns1:r>
          </ns1:p>
        </p:txBody>
      </p:sp>
    </p:spTree>
    <p:extLst>
      <p:ext uri="{BB962C8B-B14F-4D97-AF65-F5344CB8AC3E}">
        <ns3:creationId val="1939602"/>
      </p:ext>
    </p:extLst>
  </p:cSld>
  <p:transition spd="fast" advClick="1">
    <p:fade/>
  </p:transition>
</p:sld>
</file>

<file path=ppt/slides/slide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1B04F10-3688-42EC-8155-3728AC178D05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Developing understanding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48C65D1E-90A8-4A5B-B208-BF1BED02A79B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Teacher-only proposal: confirm with Pat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4227F0B5-4DBF-49E1-AE84-E9739F40D47B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2  Developing</ns1:t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Some relevant ideas, but impacts or business connections are incomplete or unclear.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1  Initial</ns1:t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Limited relevant evidence so far; substantial support needed to explain the effects.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Use your textbook and notes. Ask for clarification.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Announce numerical levels only after Pat approves them.</ns1:t>
            </ns1:r>
          </ns1:p>
        </p:txBody>
      </p:sp>
    </p:spTree>
    <p:extLst>
      <p:ext uri="{BB962C8B-B14F-4D97-AF65-F5344CB8AC3E}">
        <ns3:creationId val="2062321925"/>
      </p:ext>
    </p:extLst>
  </p:cSld>
  <p:transition spd="fast" advClick="1">
    <p:fade/>
  </p:transition>
</p:sld>
</file>

<file path=ppt/slides/slide5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1AD8583A-672B-4A00-9186-E1AA3C417298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47B4599-AFBB-473E-AFE9-46E83713887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Second reveal: negative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D684D14-58B3-403C-8F2B-F0AF4963D844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“The same external change can create an opportunity and a cost. Your example must explain why.”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Model only this one factor, then let students apply the other categories.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RESPONSE: The shop could train staff and plan for compliance costs. This is an internal response to an external factor.</ns1:t>
            </ns1:r>
          </ns1:p>
        </p:txBody>
      </p:sp>
    </p:spTree>
    <p:extLst>
      <p:ext uri="{BB962C8B-B14F-4D97-AF65-F5344CB8AC3E}">
        <ns3:creationId val="1775026469"/>
      </p:ext>
    </p:extLst>
  </p:cSld>
  <p:transition spd="fast" advClick="1">
    <p:fade/>
  </p:transition>
</p:sld>
</file>

<file path=ppt/slides/slide6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2549C6E-D51C-4D51-81C8-C0DFB534DAB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5EF8C05B-F9A5-496C-8496-941C256BAF5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2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32AB6E77-9826-4184-B1A3-FB6B0ED415AD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“Choose a business you understand and name its target market. Who buys from it, and what do they want?”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 a 2-minute timer. If stuck, offer a familiar business category such as a cafe, shoe shop, or digital-book service.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Business and target market both recorded.</ns1:t>
            </ns1:r>
          </ns1:p>
        </p:txBody>
      </p:sp>
    </p:spTree>
    <p:extLst>
      <p:ext uri="{BB962C8B-B14F-4D97-AF65-F5344CB8AC3E}">
        <ns3:creationId val="989419859"/>
      </p:ext>
    </p:extLst>
  </p:cSld>
  <p:transition spd="fast" advClick="1">
    <p:fade/>
  </p:transition>
</p:sld>
</file>

<file path=ppt/slides/slide7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852F8CBE-090F-4E13-AF48-8594857FE4A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  Political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A6AED6ED-6638-46E3-B92B-049D21FB59EA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1374F7DB-6C6F-4A05-A7E6-62F09740FB43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rule or policy could affect this business?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 a 3-minute timer. Each partner explains an impact. Record the shared answer and switch roles for the next category.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LOOK FOR: External factor, correct category, business impact, and a because explanation.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SUPPORT: Ask what changed outside the business and what happens to costs, customers, or access.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An ad, discount, or app chosen by the business is its internal response, not the external factor.</ns1:t>
            </ns1:r>
          </ns1:p>
        </p:txBody>
      </p:sp>
    </p:spTree>
    <p:extLst>
      <p:ext uri="{BB962C8B-B14F-4D97-AF65-F5344CB8AC3E}">
        <ns3:creationId val="364509068"/>
      </p:ext>
    </p:extLst>
  </p:cSld>
  <p:transition spd="fast" advClick="1">
    <p:fade/>
  </p:transition>
</p:sld>
</file>

<file path=ppt/slides/slide8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3D3D98B-E305-4C6C-95EC-88DBEB5B5F2E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  Economic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D9CC3AE8-C916-4255-8355-B7A98E2273C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7AB5B4B-4491-4E41-839C-30EAA9C5F274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economic change could affect costs or demand?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 a 3-minute timer. Each partner explains an impact. Record the shared answer and switch roles for the next category.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LOOK FOR: External factor, correct category, business impact, and a because explanation.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SUPPORT: Ask what changed outside the business and what happens to costs, customers, or access.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An ad, discount, or app chosen by the business is its internal response, not the external factor.</ns1:t>
            </ns1:r>
          </ns1:p>
        </p:txBody>
      </p:sp>
    </p:spTree>
    <p:extLst>
      <p:ext uri="{BB962C8B-B14F-4D97-AF65-F5344CB8AC3E}">
        <ns3:creationId val="1403103225"/>
      </p:ext>
    </p:extLst>
  </p:cSld>
  <p:transition spd="fast" advClick="1">
    <p:fade/>
  </p:transition>
</p:sld>
</file>

<file path=ppt/slides/slide9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F4C7A773-1456-42F7-B623-8694D1DE1CD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rPr>
              <ns1:t>S  Social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0C43D7C6-8694-4311-AFCE-F2ECB3D3B52C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4E67B587-8F39-4BB5-BBBB-4C1E87426DDE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change in the customers or community could affect demand?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 a 3-minute timer. Each partner explains an impact. Record the shared answer and switch roles for the next category.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LOOK FOR: External factor, correct category, business impact, and a because explanation.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SUPPORT: Ask what changed outside the business and what happens to costs, customers, or access.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An ad, discount, or app chosen by the business is its internal response, not the external factor.</ns1:t>
            </ns1:r>
          </ns1:p>
        </p:txBody>
      </p:sp>
    </p:spTree>
    <p:extLst>
      <p:ext uri="{BB962C8B-B14F-4D97-AF65-F5344CB8AC3E}">
        <ns3:creationId val="2040194174"/>
      </p:ext>
    </p:extLst>
  </p:cSld>
  <p:transition spd="fast" advClick="1">
    <p:fade/>
  </p:transition>
</p:sld>
</file>

<file path=ppt/slides/slide10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85E1FA4C-C87E-48F2-A082-562F4F3E1845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rPr>
              <ns1:t>T  Technological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A5820873-B93D-4DDE-8D3D-56835B4329A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CC86DE8-E140-40BA-A27C-9457C9F67CB4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“What outside technology change could affect access, service, or competition? Give a connected example and explain both possible impacts.”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Start a 3-minute timer. Each partner explains an impact. Record the shared answer and switch roles for the next category.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LOOK FOR: External factor, correct category, business impact, and a because explanation.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SUPPORT: Ask what changed outside the business and what happens to costs, customers, or access.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Ask which impact matters most and why.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An ad, discount, or app chosen by the business is its internal response, not the external factor.</ns1:t>
            </ns1:r>
          </ns1:p>
        </p:txBody>
      </p:sp>
    </p:spTree>
    <p:extLst>
      <p:ext uri="{BB962C8B-B14F-4D97-AF65-F5344CB8AC3E}">
        <ns3:creationId val="1186554584"/>
      </p:ext>
    </p:extLst>
  </p:cSld>
  <p:transition spd="fast" advClick="1">
    <p:fade/>
  </p:transition>
</p:sld>
</file>

<file path=ppt/slides/slide11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900B4599-2352-4B0A-8C77-96A481C1DB9B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E77D3E6-08FD-4C33-817C-8993C9BD699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5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FEEBF681-1703-4F78-9476-5C025919F193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“Connect the analysis to a business decision. Which opportunity would you use? Which risk would you address? Why?”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Invite2–4 complete sentences as a planning guide, not a scored word count. Students may orally rehearse first.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CHECK: Responses follow from their own factors, not generic advice.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EXTEND: Compare priorities or two interacting factors and justify a trade-off.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PAIR CHECK: Both partners can explain the agreed business response.</ns1:t>
            </ns1:r>
          </ns1:p>
        </p:txBody>
      </p:sp>
    </p:spTree>
    <p:extLst>
      <p:ext uri="{BB962C8B-B14F-4D97-AF65-F5344CB8AC3E}">
        <ns3:creationId val="1785978793"/>
      </p:ext>
    </p:extLst>
  </p:cSld>
  <p:transition spd="fast" advClick="1">
    <p:fade/>
  </p:transition>
</p:sld>
</file>

<file path=ppt/slides/slide1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C778C3F-B050-4130-812B-1C7F4B8F957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Completion check and Terms to Know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3EACDB18-AA92-46D2-8550-1B4759E6450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Remaining 6–8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454FA596-7ACA-45CF-B158-439B8CA27686}"/>
              </ns1:ext>
            </ns1:extLst>
          </p:cNvPr>
          <p:cNvSpPr>
            <ns1:spLocks noGrp="1"/>
          </p:cNvSpPr>
          <p:nvPr/>
        </p:nvSpPr>
        <p:spPr>
          <ns1:xfrm>
            <ns1:off x="619125" y="1381125"/>
            <ns1:ext cx="10620375" cy="4524375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SAY: “Check each section. Circle a place where you explained why. Use remaining time to practise the approved Terms to Know.”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DO: Record separate Block 1 and Block 5 stops.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OPEN: Confirm quiz scope, collection route, how pair evidence will be assessed, and grading with Pat. Do not invent a deadline.</ns1:t>
            </ns1:r>
          </ns1:p>
          <ns1:p>
            <ns1:r>
              <ns1:t/>
            </ns1:r>
          </ns1:p>
          <ns1:p>
            <ns1:pPr>
              <ns1:def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7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RECORD: Block 1 stop/support needed __ ; Block 5 stop/support needed __.</ns1:t>
            </ns1:r>
          </ns1:p>
        </p:txBody>
      </p:sp>
    </p:spTree>
    <p:extLst>
      <p:ext uri="{BB962C8B-B14F-4D97-AF65-F5344CB8AC3E}">
        <ns3:creationId val="897720626"/>
      </p:ext>
    </p:extLst>
  </p:cSld>
  <p:transition spd="fast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2026-10-13T13:45:24.7260000Z</dcterms:created>
  <dcterms:modified xsi:type="dcterms:W3CDTF">2026-10-13T13:45:24.7260000Z</dcterms:modified>
</coreProperties>
</file>
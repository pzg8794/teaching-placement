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889067bea64722" /><Relationship Type="http://schemas.openxmlformats.org/officeDocument/2006/relationships/extended-properties" Target="/docProps/app.xml" Id="R0bf41b2f01a64b05" /><Relationship Type="http://schemas.openxmlformats.org/officeDocument/2006/relationships/officeDocument" Target="/ppt/presentation.xml" Id="R91050f9e88e3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1a6b04f2bc4b1d"/>
  </p:sldMasterIdLst>
  <p:notesMasterIdLst>
    <p:notesMasterId xmlns:r="http://schemas.openxmlformats.org/officeDocument/2006/relationships" r:id="Rf2b36f79c5004ca5"/>
  </p:notesMasterIdLst>
  <p:sldIdLst>
    <p:sldId xmlns:r="http://schemas.openxmlformats.org/officeDocument/2006/relationships" id="256" r:id="R9a774891750a4960"/>
    <p:sldId xmlns:r="http://schemas.openxmlformats.org/officeDocument/2006/relationships" id="257" r:id="R1aba9c37f3994373"/>
    <p:sldId xmlns:r="http://schemas.openxmlformats.org/officeDocument/2006/relationships" id="258" r:id="Rc0438e70957e4bd3"/>
    <p:sldId xmlns:r="http://schemas.openxmlformats.org/officeDocument/2006/relationships" id="259" r:id="R4a0d20c1c71a4e2a"/>
    <p:sldId xmlns:r="http://schemas.openxmlformats.org/officeDocument/2006/relationships" id="260" r:id="R874a0acd550d45e6"/>
    <p:sldId xmlns:r="http://schemas.openxmlformats.org/officeDocument/2006/relationships" id="261" r:id="R27e452c9fa974bae"/>
    <p:sldId xmlns:r="http://schemas.openxmlformats.org/officeDocument/2006/relationships" id="262" r:id="Re370775314164c00"/>
    <p:sldId xmlns:r="http://schemas.openxmlformats.org/officeDocument/2006/relationships" id="263" r:id="Ra074ebfff5f549b7"/>
    <p:sldId xmlns:r="http://schemas.openxmlformats.org/officeDocument/2006/relationships" id="264" r:id="Rfe7dfebec0b5408e"/>
    <p:sldId xmlns:r="http://schemas.openxmlformats.org/officeDocument/2006/relationships" id="265" r:id="R9b78c9451b1f4185"/>
    <p:sldId xmlns:r="http://schemas.openxmlformats.org/officeDocument/2006/relationships" id="266" r:id="R03a3af5f571d423c"/>
    <p:sldId xmlns:r="http://schemas.openxmlformats.org/officeDocument/2006/relationships" id="267" r:id="R684dd410fdf040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a56addce54005" /><Relationship Type="http://schemas.openxmlformats.org/officeDocument/2006/relationships/slideMaster" Target="/ppt/slideMasters/slideMaster1.xml" Id="R231a6b04f2bc4b1d" /><Relationship Type="http://schemas.openxmlformats.org/officeDocument/2006/relationships/notesMaster" Target="/ppt/notesMasters/notesMaster1.xml" Id="Rf2b36f79c5004ca5" /><Relationship Type="http://schemas.openxmlformats.org/officeDocument/2006/relationships/presProps" Target="/ppt/presProps.xml" Id="Rc3f47fc3030c44c1" /><Relationship Type="http://schemas.openxmlformats.org/officeDocument/2006/relationships/tableStyles" Target="/ppt/tableStyles.xml" Id="Rd1a5e21f689f49b5" /><Relationship Type="http://schemas.openxmlformats.org/officeDocument/2006/relationships/slide" Target="/ppt/slides/slide1.xml" Id="R9a774891750a4960" /><Relationship Type="http://schemas.openxmlformats.org/officeDocument/2006/relationships/slide" Target="/ppt/slides/slide2.xml" Id="R1aba9c37f3994373" /><Relationship Type="http://schemas.openxmlformats.org/officeDocument/2006/relationships/slide" Target="/ppt/slides/slide3.xml" Id="Rc0438e70957e4bd3" /><Relationship Type="http://schemas.openxmlformats.org/officeDocument/2006/relationships/slide" Target="/ppt/slides/slide4.xml" Id="R4a0d20c1c71a4e2a" /><Relationship Type="http://schemas.openxmlformats.org/officeDocument/2006/relationships/slide" Target="/ppt/slides/slide5.xml" Id="R874a0acd550d45e6" /><Relationship Type="http://schemas.openxmlformats.org/officeDocument/2006/relationships/slide" Target="/ppt/slides/slide6.xml" Id="R27e452c9fa974bae" /><Relationship Type="http://schemas.openxmlformats.org/officeDocument/2006/relationships/slide" Target="/ppt/slides/slide7.xml" Id="Re370775314164c00" /><Relationship Type="http://schemas.openxmlformats.org/officeDocument/2006/relationships/slide" Target="/ppt/slides/slide8.xml" Id="Ra074ebfff5f549b7" /><Relationship Type="http://schemas.openxmlformats.org/officeDocument/2006/relationships/slide" Target="/ppt/slides/slide9.xml" Id="Rfe7dfebec0b5408e" /><Relationship Type="http://schemas.openxmlformats.org/officeDocument/2006/relationships/slide" Target="/ppt/slides/slide10.xml" Id="R9b78c9451b1f4185" /><Relationship Type="http://schemas.openxmlformats.org/officeDocument/2006/relationships/slide" Target="/ppt/slides/slide11.xml" Id="R03a3af5f571d423c" /><Relationship Type="http://schemas.openxmlformats.org/officeDocument/2006/relationships/slide" Target="/ppt/slides/slide12.xml" Id="R684dd410fdf0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262f7c47b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7135f6681f4095" /><Relationship Type="http://schemas.openxmlformats.org/officeDocument/2006/relationships/notesMaster" Target="/ppt/notesMasters/notesMaster1.xml" Id="R17a75472c8eb4d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eaf48c4d6345a2" /><Relationship Type="http://schemas.openxmlformats.org/officeDocument/2006/relationships/notesMaster" Target="/ppt/notesMasters/notesMaster1.xml" Id="R0f620ba8e9ae4f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9730cbd5d24942" /><Relationship Type="http://schemas.openxmlformats.org/officeDocument/2006/relationships/notesMaster" Target="/ppt/notesMasters/notesMaster1.xml" Id="R075b7a4bb79945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60daf25f7e45d5" /><Relationship Type="http://schemas.openxmlformats.org/officeDocument/2006/relationships/notesMaster" Target="/ppt/notesMasters/notesMaster1.xml" Id="R1e9a49c6d1a944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291cc564e74248" /><Relationship Type="http://schemas.openxmlformats.org/officeDocument/2006/relationships/notesMaster" Target="/ppt/notesMasters/notesMaster1.xml" Id="R785ed49518b2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09ca49ab8f4014" /><Relationship Type="http://schemas.openxmlformats.org/officeDocument/2006/relationships/notesMaster" Target="/ppt/notesMasters/notesMaster1.xml" Id="R9c9300b7e9d7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8fd0a75ca245b6" /><Relationship Type="http://schemas.openxmlformats.org/officeDocument/2006/relationships/notesMaster" Target="/ppt/notesMasters/notesMaster1.xml" Id="R097d72f29be740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7025f80b14025" /><Relationship Type="http://schemas.openxmlformats.org/officeDocument/2006/relationships/notesMaster" Target="/ppt/notesMasters/notesMaster1.xml" Id="R84fd2c97e10345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686fda6fc4cbc" /><Relationship Type="http://schemas.openxmlformats.org/officeDocument/2006/relationships/notesMaster" Target="/ppt/notesMasters/notesMaster1.xml" Id="Rf39e30042b444b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4fd1ff4ef41a2" /><Relationship Type="http://schemas.openxmlformats.org/officeDocument/2006/relationships/notesMaster" Target="/ppt/notesMasters/notesMaster1.xml" Id="Rf070b08e7e0648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53f86ca61f42b4" /><Relationship Type="http://schemas.openxmlformats.org/officeDocument/2006/relationships/notesMaster" Target="/ppt/notesMasters/notesMaster1.xml" Id="R775fb1aff21743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794e163015417e" /><Relationship Type="http://schemas.openxmlformats.org/officeDocument/2006/relationships/notesMaster" Target="/ppt/notesMasters/notesMaster1.xml" Id="Rfdbe51fed20b4c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“Today you will use PEST to explain how outside changes affect a business you choose.”</a:t>
            </a:r>
          </a:p>
          <a:p xmlns:a="http://schemas.openxmlformats.org/drawingml/2006/main">
            <a:r>
              <a:t>DO: Display the agenda, distribute the sheet, and identify the target.</a:t>
            </a:r>
          </a:p>
          <a:p xmlns:a="http://schemas.openxmlformats.org/drawingml/2006/main">
            <a:r>
              <a:t>CHECK: Students know that PEST concerns external influences, not the four 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“We will complete one PEST section at a time. I will tell you when to move.”</a:t>
            </a:r>
          </a:p>
          <a:p xmlns:a="http://schemas.openxmlformats.org/drawingml/2006/main">
            <a:r>
              <a:t>DO: Keep the introduction within five minutes, including the short model.</a:t>
            </a:r>
          </a:p>
          <a:p xmlns:a="http://schemas.openxmlformats.org/drawingml/2006/main">
            <a:r>
              <a:t>NOTE: 3–5 + 2 + 12 + 5 =22–24, leaving 6–8 minutes. If discussion runs longer, reduce buffer rather than claiming work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PAT APPROVES THE NUMERICAL RUBRIC: SAY: “A 3 shows complete, accurate application. A 4 explains a deeper decision and why it makes sense. More words alone do not earn a 4.”</a:t>
            </a:r>
          </a:p>
          <a:p xmlns:a="http://schemas.openxmlformats.org/drawingml/2006/main">
            <a:r>
              <a:t>CHECK WITH PAT: Confirm these descriptors and whether this is formative or graded before announcing them as final. No automatic averaging, bonuses, or conversion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PAT APPROVES THE NUMERICAL RUBRIC: SAY: “Use business terms and explain because. A list of words does not yet show why a business is affected.”</a:t>
            </a:r>
          </a:p>
          <a:p xmlns:a="http://schemas.openxmlformats.org/drawingml/2006/main">
            <a:r>
              <a:t>DO: Read directions aloud and accept a spoken rehearsal before writing.</a:t>
            </a:r>
          </a:p>
          <a:p xmlns:a="http://schemas.openxmlformats.org/drawingml/2006/main">
            <a:r>
              <a:t>ASSESS: Understanding, not spelling, handwriting, accent, speed, or decorative work. Access support alone never reduces a level. Insufficient evidence is separate from level 1; confirm IE and overall-score handling with Pat.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“The same external change can create an opportunity and a cost. Your example must explain why.”</a:t>
            </a:r>
          </a:p>
          <a:p xmlns:a="http://schemas.openxmlformats.org/drawingml/2006/main">
            <a:r>
              <a:t>DO: Model only this one factor, then let students apply the other categories.</a:t>
            </a:r>
          </a:p>
          <a:p xmlns:a="http://schemas.openxmlformats.org/drawingml/2006/main">
            <a:r>
              <a:t>RESPONSE: The shop could train staff and plan for compliance costs. This is an internal response to an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“Choose a business you understand and name its target market. Who buys from it, and what do they want?”</a:t>
            </a:r>
          </a:p>
          <a:p xmlns:a="http://schemas.openxmlformats.org/drawingml/2006/main">
            <a:r>
              <a:t>DO: Start a 2-minute timer. If stuck, offer a familiar business category such as a cafe, shoe shop, or digital-book service.</a:t>
            </a:r>
          </a:p>
          <a:p xmlns:a="http://schemas.openxmlformats.org/drawingml/2006/main">
            <a:r>
              <a:t>CHECK: Business and target market both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rule or policy could affect this business?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economic change could affect costs or demand?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change in the customers or community could affect demand?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technology change could affect access, service, or competition?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“Connect the analysis to a business decision. Which opportunity would you use? Which risk would you address? Why?”</a:t>
            </a:r>
          </a:p>
          <a:p xmlns:a="http://schemas.openxmlformats.org/drawingml/2006/main">
            <a:r>
              <a:t>DO: Invite2–4 complete sentences as a planning guide, not a scored word count. Students may orally rehearse first.</a:t>
            </a:r>
          </a:p>
          <a:p xmlns:a="http://schemas.openxmlformats.org/drawingml/2006/main">
            <a:r>
              <a:t>CHECK: Responses follow from their own factors, not generic advice.</a:t>
            </a:r>
          </a:p>
          <a:p xmlns:a="http://schemas.openxmlformats.org/drawingml/2006/main">
            <a:r>
              <a:t>EXTEND: Compare priorities or two interacting factors and justify a trade-off.</a:t>
            </a:r>
          </a:p>
          <a:p xmlns:a="http://schemas.openxmlformats.org/drawingml/2006/main">
            <a:r>
              <a:t>PAIR CHECK: Both partners can explain the agreed business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“Check each section. Circle a place where you explained why. Use remaining time to practise the approved Terms to Know.”</a:t>
            </a:r>
          </a:p>
          <a:p xmlns:a="http://schemas.openxmlformats.org/drawingml/2006/main">
            <a:r>
              <a:t>DO: Record separate Block 1 and Block 5 stops.</a:t>
            </a:r>
          </a:p>
          <a:p xmlns:a="http://schemas.openxmlformats.org/drawingml/2006/main">
            <a:r>
              <a:t>OPEN: Confirm quiz scope, collection route, how pair evidence will be assessed, and grading with Pat. Do not invent a deadline.</a:t>
            </a:r>
          </a:p>
          <a:p xmlns:a="http://schemas.openxmlformats.org/drawingml/2006/main">
            <a:r>
              <a:t>RECORD: Block 1 stop/support needed __ ; Block 5 stop/support needed 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a5f40ab7d40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b947fadd4e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ee6886ab244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6e170df164f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243c3849842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0349567a64a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B01F7B-D26D-48F4-B6F6-D6B93DCB8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010CDD-4F6B-4A63-960E-D37078F685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13FB83-9445-44D2-BE7B-4080FC498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1C8351-9EA5-48CC-B40C-08D955873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0239B2-9887-4232-B258-A0DA6BA28E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9C183F-0746-4BBB-8C98-EB089381B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A6D10F-349B-4098-9E61-4B852092C8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4D8424-DFDE-453A-8709-4B64790424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8FD85B-2617-48C5-9E03-F09CC3BC9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C61D7F-6C3D-4AB6-BD59-EB8DD6D99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7efd16eea417a" /><Relationship Type="http://schemas.openxmlformats.org/officeDocument/2006/relationships/slideLayout" Target="/ppt/slideLayouts/slideLayout1.xml" Id="R456c8e1369204e06" /><Relationship Type="http://schemas.openxmlformats.org/officeDocument/2006/relationships/slideLayout" Target="/ppt/slideLayouts/slideLayout2.xml" Id="R7a0406797047452c" /><Relationship Type="http://schemas.openxmlformats.org/officeDocument/2006/relationships/slideLayout" Target="/ppt/slideLayouts/slideLayout3.xml" Id="R32804409c0c0476b" /><Relationship Type="http://schemas.openxmlformats.org/officeDocument/2006/relationships/slideLayout" Target="/ppt/slideLayouts/slideLayout4.xml" Id="Re9d464fc12914040" /><Relationship Type="http://schemas.openxmlformats.org/officeDocument/2006/relationships/slideLayout" Target="/ppt/slideLayouts/slideLayout5.xml" Id="R1a06453dd1ee42c0" /><Relationship Type="http://schemas.openxmlformats.org/officeDocument/2006/relationships/slideLayout" Target="/ppt/slideLayouts/slideLayout6.xml" Id="Rea299cb34d2a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c8e1369204e06"/>
    <p:sldLayoutId xmlns:r="http://schemas.openxmlformats.org/officeDocument/2006/relationships" id="2147483650" r:id="R7a0406797047452c"/>
    <p:sldLayoutId xmlns:r="http://schemas.openxmlformats.org/officeDocument/2006/relationships" id="2147483651" r:id="R32804409c0c0476b"/>
    <p:sldLayoutId xmlns:r="http://schemas.openxmlformats.org/officeDocument/2006/relationships" id="2147483652" r:id="Re9d464fc12914040"/>
    <p:sldLayoutId xmlns:r="http://schemas.openxmlformats.org/officeDocument/2006/relationships" id="2147483653" r:id="R1a06453dd1ee42c0"/>
    <p:sldLayoutId xmlns:r="http://schemas.openxmlformats.org/officeDocument/2006/relationships" id="2147483654" r:id="Rea299cb34d2a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5ec5ba62e47d2" /><Relationship Type="http://schemas.openxmlformats.org/officeDocument/2006/relationships/notesSlide" Target="/ppt/notesSlides/notesSlide1.xml" Id="R781102075593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3eb571f2e4262" /><Relationship Type="http://schemas.openxmlformats.org/officeDocument/2006/relationships/notesSlide" Target="/ppt/notesSlides/notesSlide2.xml" Id="R4bb83dae2f7f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baa1902ab4f75" /><Relationship Type="http://schemas.openxmlformats.org/officeDocument/2006/relationships/notesSlide" Target="/ppt/notesSlides/notesSlide3.xml" Id="R1e843895a07f47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a893cb3854413" /><Relationship Type="http://schemas.openxmlformats.org/officeDocument/2006/relationships/notesSlide" Target="/ppt/notesSlides/notesSlide4.xml" Id="R6b12c407c8f245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94f868173402c" /><Relationship Type="http://schemas.openxmlformats.org/officeDocument/2006/relationships/notesSlide" Target="/ppt/notesSlides/notesSlide5.xml" Id="R22c0e3bf63db49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facf529cc44d8" /><Relationship Type="http://schemas.openxmlformats.org/officeDocument/2006/relationships/notesSlide" Target="/ppt/notesSlides/notesSlide6.xml" Id="R77b174cb3bfc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f2c144c894ebb" /><Relationship Type="http://schemas.openxmlformats.org/officeDocument/2006/relationships/notesSlide" Target="/ppt/notesSlides/notesSlide7.xml" Id="R4ef601eb1bd047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35834881646a0" /><Relationship Type="http://schemas.openxmlformats.org/officeDocument/2006/relationships/notesSlide" Target="/ppt/notesSlides/notesSlide8.xml" Id="Rf8d5ad16816341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4c146de8e45a4" /><Relationship Type="http://schemas.openxmlformats.org/officeDocument/2006/relationships/notesSlide" Target="/ppt/notesSlides/notesSlide9.xml" Id="Re461ca7d9e45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4da0d871c4dec" /><Relationship Type="http://schemas.openxmlformats.org/officeDocument/2006/relationships/notesSlide" Target="/ppt/notesSlides/notesSlide10.xml" Id="Re382a3cb43b94c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072cea03b4691" /><Relationship Type="http://schemas.openxmlformats.org/officeDocument/2006/relationships/notesSlide" Target="/ppt/notesSlides/notesSlide11.xml" Id="R7d999104d3a94d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d5c0d29d44528" /><Relationship Type="http://schemas.openxmlformats.org/officeDocument/2006/relationships/notesSlide" Target="/ppt/notesSlides/notesSlide12.xml" Id="Rd0223f8f68ca4c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C6401-04B0-4135-9D61-09227716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PEST analysis for your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8D582-19A8-4110-87EB-1C6FA1A6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B83B4-0914-4620-B6F9-F7B281F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“Today you will use PEST to explain how outside changes affect a business you choose.”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Print both pages double-sided, flipping on the long edge. Distribute the sheet and identify the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Students know that PEST concerns external influences, not the four Ps.</a:t>
            </a:r>
          </a:p>
        </p:txBody>
      </p:sp>
    </p:spTree>
    <p:extLst>
      <p:ext uri="{BB962C8B-B14F-4D97-AF65-F5344CB8AC3E}">
        <p14:creationId xmlns:p14="http://schemas.microsoft.com/office/powerpoint/2010/main" val="2096561949"/>
      </p:ext>
    </p:extLst>
  </p:cSld>
  <p:transition spd="fast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6FD1F-5862-4D92-87B4-E61879CB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Activity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41441-A639-4EEB-B1CD-9DB3047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A 30-minute planning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4D559-9ACB-4D20-BC82-E82722E0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“We will complete one PEST section at a time. I will tell you when to move.”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Keep the introduction within five minutes, including the short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NOTE: 3–5 + 2 + 12 + 5 =22–24, leaving 6–8 minutes. If discussion runs longer, reduce buffer rather than claiming work finished.</a:t>
            </a:r>
          </a:p>
        </p:txBody>
      </p:sp>
    </p:spTree>
    <p:extLst>
      <p:ext uri="{BB962C8B-B14F-4D97-AF65-F5344CB8AC3E}">
        <p14:creationId xmlns:p14="http://schemas.microsoft.com/office/powerpoint/2010/main" val="2039794400"/>
      </p:ext>
    </p:extLst>
  </p:cSld>
  <p:transition spd="fast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7CA81-051B-4A45-A03C-3A9FC13C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Proficiency and deeper 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F7E40-C1F8-44EB-8F83-79C9BE2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Teacher-only proposal: confirm with 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42AD-ACB8-42F4-A7F9-F0B8162F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3  Proficient</a:t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Accurate PEST categories, relevant examples, + and − impacts explained in complete thoughts, and a clear business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4  Exceeds</a:t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Meets level 3 and independently explains a justified priority, trade-off, or connection between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Announce numerical levels only after Pat approves them.</a:t>
            </a:r>
          </a:p>
        </p:txBody>
      </p:sp>
    </p:spTree>
    <p:extLst>
      <p:ext uri="{BB962C8B-B14F-4D97-AF65-F5344CB8AC3E}">
        <p14:creationId xmlns:p14="http://schemas.microsoft.com/office/powerpoint/2010/main" val="1939602"/>
      </p:ext>
    </p:extLst>
  </p:cSld>
  <p:transition spd="fast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04F10-3688-42EC-8155-3728AC17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Developing understanding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65D1E-90A8-4A5B-B208-BF1BED02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Teacher-only proposal: confirm with 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7F0B5-4DBF-49E1-AE84-E9739F4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2  Developing</a:t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Some relevant ideas, but impacts or business connections are incomplete or unclear.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1  Initial</a:t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Limited relevant evidence so far; substantial support needed to explain the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Use your textbook and notes. Ask for clarification.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Announce numerical levels only after Pat approves them.</a:t>
            </a:r>
          </a:p>
        </p:txBody>
      </p:sp>
    </p:spTree>
    <p:extLst>
      <p:ext uri="{BB962C8B-B14F-4D97-AF65-F5344CB8AC3E}">
        <p14:creationId xmlns:p14="http://schemas.microsoft.com/office/powerpoint/2010/main" val="2062321925"/>
      </p:ext>
    </p:extLst>
  </p:cSld>
  <p:transition spd="fast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8583A-672B-4A00-9186-E1AA3C41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rPr>
              <a:t>Political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4599-AFBB-473E-AFE9-46E83713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Second reveal: negative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84D14-58B3-403C-8F2B-F0AF496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“The same external change can create an opportunity and a cost. Your example must explain why.”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Model only this one factor, then let students apply the other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RESPONSE: The shop could train staff and plan for compliance costs. This is an internal response to an external factor.</a:t>
            </a:r>
          </a:p>
        </p:txBody>
      </p:sp>
    </p:spTree>
    <p:extLst>
      <p:ext uri="{BB962C8B-B14F-4D97-AF65-F5344CB8AC3E}">
        <p14:creationId xmlns:p14="http://schemas.microsoft.com/office/powerpoint/2010/main" val="1775026469"/>
      </p:ext>
    </p:extLst>
  </p:cSld>
  <p:transition spd="fast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49C6E-D51C-4D51-81C8-C0DFB53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and target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8C05B-F9A5-496C-8496-941C256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2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B6E77-9826-4184-B1A3-FB6B0ED4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“Choose a business you understand and name its target market. Who buys from it, and what do they want?”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Start a 2-minute timer. If stuck, offer a familiar business category such as a cafe, shoe shop, or digital-book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Both names, business, and target market recorded.</a:t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“Use the back (page 2) for longer answers. Label P, E, S, or T.”</a:t>
            </a:r>
          </a:p>
        </p:txBody>
      </p:sp>
    </p:spTree>
    <p:extLst>
      <p:ext uri="{BB962C8B-B14F-4D97-AF65-F5344CB8AC3E}">
        <p14:creationId xmlns:p14="http://schemas.microsoft.com/office/powerpoint/2010/main" val="989419859"/>
      </p:ext>
    </p:extLst>
  </p:cSld>
  <p:transition spd="fast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8CBE-090F-4E13-AF48-8594857F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rPr>
              <a:t>P  Political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ED6ED-6638-46E3-B92B-049D21F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F7DB-6C6F-4A05-A7E6-62F09740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“What outside rule or policy could affect this business? Give a connected example and explain both possible impacts.”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Start a 3-minute timer. Each partner explains an impact. Record the shared answer and switch roles for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LOOK FOR: External factor, correct category, business impact, and a because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SUPPORT: Ask what changed outside the business and what happens to costs, customers, or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EXTEND: Ask which impact matters most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An ad, discount, or app chosen by the business is its internal response, not the external factor.</a:t>
            </a:r>
          </a:p>
        </p:txBody>
      </p:sp>
    </p:spTree>
    <p:extLst>
      <p:ext uri="{BB962C8B-B14F-4D97-AF65-F5344CB8AC3E}">
        <p14:creationId xmlns:p14="http://schemas.microsoft.com/office/powerpoint/2010/main" val="364509068"/>
      </p:ext>
    </p:extLst>
  </p:cSld>
  <p:transition spd="fast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3D98B-E305-4C6C-95EC-88DBEB5B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E  Economic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3AE8-C916-4255-8355-B7A98E22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B5B4B-4491-4E41-839C-30EAA9C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“What outside economic change could affect costs or demand? Give a connected example and explain both possible impacts.”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Start a 3-minute timer. Each partner explains an impact. Record the shared answer and switch roles for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LOOK FOR: External factor, correct category, business impact, and a because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SUPPORT: Ask what changed outside the business and what happens to costs, customers, or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EXTEND: Ask which impact matters most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An ad, discount, or app chosen by the business is its internal response, not the external factor.</a:t>
            </a:r>
          </a:p>
        </p:txBody>
      </p:sp>
    </p:spTree>
    <p:extLst>
      <p:ext uri="{BB962C8B-B14F-4D97-AF65-F5344CB8AC3E}">
        <p14:creationId xmlns:p14="http://schemas.microsoft.com/office/powerpoint/2010/main" val="1403103225"/>
      </p:ext>
    </p:extLst>
  </p:cSld>
  <p:transition spd="fast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7A773-1456-42F7-B623-8694D1DE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650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7650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765091"/>
                </a:solidFill>
                <a:latin typeface="Helvetica Neue"/>
                <a:ea typeface="Helvetica Neue"/>
                <a:cs typeface="Helvetica Neue"/>
              </a:rPr>
              <a:t>S  Social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3D7C6-8694-4311-AFCE-F2ECB3D3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7B587-8F39-4BB5-BBBB-4C1E8742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“What change in the customers or community could affect demand? Give a connected example and explain both possible impacts.”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Start a 3-minute timer. Each partner explains an impact. Record the shared answer and switch roles for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LOOK FOR: External factor, correct category, business impact, and a because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SUPPORT: Ask what changed outside the business and what happens to costs, customers, or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EXTEND: Ask which impact matters most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An ad, discount, or app chosen by the business is its internal response, not the external factor.</a:t>
            </a:r>
          </a:p>
        </p:txBody>
      </p:sp>
    </p:spTree>
    <p:extLst>
      <p:ext uri="{BB962C8B-B14F-4D97-AF65-F5344CB8AC3E}">
        <p14:creationId xmlns:p14="http://schemas.microsoft.com/office/powerpoint/2010/main" val="2040194174"/>
      </p:ext>
    </p:extLst>
  </p:cSld>
  <p:transition spd="fast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1FA4C-C87E-48F2-A082-562F4F3E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357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B357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B35722"/>
                </a:solidFill>
                <a:latin typeface="Helvetica Neue"/>
                <a:ea typeface="Helvetica Neue"/>
                <a:cs typeface="Helvetica Neue"/>
              </a:rPr>
              <a:t>T  Technological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20873-B93D-4DDE-8D3D-56835B43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86DE8-E140-40BA-A27C-9457C9F6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“What outside technology change could affect access, service, or competition? Give a connected example and explain both possible impacts.”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Start a 3-minute timer. Each partner explains an impact. Record the shared answer and switch roles for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LOOK FOR: External factor, correct category, business impact, and a because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SUPPORT: Ask what changed outside the business and what happens to costs, customers, or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EXTEND: Ask which impact matters most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An ad, discount, or app chosen by the business is its internal response, not the external factor.</a:t>
            </a:r>
          </a:p>
        </p:txBody>
      </p:sp>
    </p:spTree>
    <p:extLst>
      <p:ext uri="{BB962C8B-B14F-4D97-AF65-F5344CB8AC3E}">
        <p14:creationId xmlns:p14="http://schemas.microsoft.com/office/powerpoint/2010/main" val="1186554584"/>
      </p:ext>
    </p:extLst>
  </p:cSld>
  <p:transition spd="fast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B4599-2352-4B0A-8C77-96A481C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7D3E6-08FD-4C33-817C-8993C9B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F681-1703-4F78-9476-5C02591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“Connect the analysis to a business decision. Which opportunity would you use? Which risk would you address? Why?”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Direct students to the back (page 2). Invite 2–4 complete sentences as a guide, not a scored word count. Students may orally rehearse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CHECK: Responses follow from their own factors, not generic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EXTEND: Compare priorities or two interacting factors and justify a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PAIR CHECK: Both partners can explain the agreed business response.</a:t>
            </a:r>
          </a:p>
        </p:txBody>
      </p:sp>
    </p:spTree>
    <p:extLst>
      <p:ext uri="{BB962C8B-B14F-4D97-AF65-F5344CB8AC3E}">
        <p14:creationId xmlns:p14="http://schemas.microsoft.com/office/powerpoint/2010/main" val="1785978793"/>
      </p:ext>
    </p:extLst>
  </p:cSld>
  <p:transition spd="fast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8C3F-B050-4130-812B-1C7F4B8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Completion check and Terms to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CDB18-AA92-46D2-8550-1B4759E6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Remaining 6–8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FA596-7ACA-45CF-B158-439B8CA2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20375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SAY: “Check each section. Circle a place where you explained why. Use remaining time to practise the approved Terms to Know.”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DO: Check both sides of the sheet. Record separate Block 1 and Block 5 stops.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OPEN: Confirm quiz scope, collection route, how pair evidence will be assessed, and grading with Pat. Do not invent a deadline.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RECORD: Block 1 stop/support needed __ ; Block 5 stop/support needed __.</a:t>
            </a:r>
          </a:p>
        </p:txBody>
      </p:sp>
    </p:spTree>
    <p:extLst>
      <p:ext uri="{BB962C8B-B14F-4D97-AF65-F5344CB8AC3E}">
        <p14:creationId xmlns:p14="http://schemas.microsoft.com/office/powerpoint/2010/main" val="897720626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2026-10-13T14:02:59.5640000Z</dcterms:created>
  <dcterms:modified xsi:type="dcterms:W3CDTF">2026-10-13T14:02:59.5640000Z</dcterms:modified>
</coreProperties>
</file>
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1ffb6a058e448c" /><Relationship Type="http://schemas.openxmlformats.org/officeDocument/2006/relationships/extended-properties" Target="/docProps/app.xml" Id="Racb93e52b3d74bc9" /><Relationship Type="http://schemas.openxmlformats.org/officeDocument/2006/relationships/officeDocument" Target="/ppt/presentation.xml" Id="R03dfb2074f8149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266311e7fb4f34"/>
  </p:sldMasterIdLst>
  <p:notesMasterIdLst>
    <p:notesMasterId xmlns:r="http://schemas.openxmlformats.org/officeDocument/2006/relationships" r:id="R17d5c3ae934c4072"/>
  </p:notesMasterIdLst>
  <p:sldIdLst>
    <p:sldId xmlns:r="http://schemas.openxmlformats.org/officeDocument/2006/relationships" id="256" r:id="R1f1710f0000e4017"/>
    <p:sldId xmlns:r="http://schemas.openxmlformats.org/officeDocument/2006/relationships" id="257" r:id="Rcd3cf6e15ae042c6"/>
    <p:sldId xmlns:r="http://schemas.openxmlformats.org/officeDocument/2006/relationships" id="258" r:id="Rd7c8cbb20f6f4da7"/>
    <p:sldId xmlns:r="http://schemas.openxmlformats.org/officeDocument/2006/relationships" id="259" r:id="Rbf81540fc1ee4732"/>
    <p:sldId xmlns:r="http://schemas.openxmlformats.org/officeDocument/2006/relationships" id="260" r:id="R0281387472f148fc"/>
    <p:sldId xmlns:r="http://schemas.openxmlformats.org/officeDocument/2006/relationships" id="261" r:id="Rb47041c45e1448d9"/>
    <p:sldId xmlns:r="http://schemas.openxmlformats.org/officeDocument/2006/relationships" id="262" r:id="R75718fd4b9a8402c"/>
    <p:sldId xmlns:r="http://schemas.openxmlformats.org/officeDocument/2006/relationships" id="263" r:id="R1b85fc65f5934b68"/>
    <p:sldId xmlns:r="http://schemas.openxmlformats.org/officeDocument/2006/relationships" id="264" r:id="R10c826e87869473f"/>
    <p:sldId xmlns:r="http://schemas.openxmlformats.org/officeDocument/2006/relationships" id="265" r:id="R882c17fe2f4e47c1"/>
    <p:sldId xmlns:r="http://schemas.openxmlformats.org/officeDocument/2006/relationships" id="266" r:id="R3dccdc3da3434e81"/>
    <p:sldId xmlns:r="http://schemas.openxmlformats.org/officeDocument/2006/relationships" id="267" r:id="R98a2f2c038224a6d"/>
    <p:sldId xmlns:r="http://schemas.openxmlformats.org/officeDocument/2006/relationships" id="268" r:id="R4a42cd7cb62049a0"/>
    <p:sldId xmlns:r="http://schemas.openxmlformats.org/officeDocument/2006/relationships" id="269" r:id="R8c87d598c48a43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786c464d544494" /><Relationship Type="http://schemas.openxmlformats.org/officeDocument/2006/relationships/slideMaster" Target="/ppt/slideMasters/slideMaster1.xml" Id="Rb0266311e7fb4f34" /><Relationship Type="http://schemas.openxmlformats.org/officeDocument/2006/relationships/notesMaster" Target="/ppt/notesMasters/notesMaster1.xml" Id="R17d5c3ae934c4072" /><Relationship Type="http://schemas.openxmlformats.org/officeDocument/2006/relationships/presProps" Target="/ppt/presProps.xml" Id="R402ff2c7a02640a4" /><Relationship Type="http://schemas.openxmlformats.org/officeDocument/2006/relationships/tableStyles" Target="/ppt/tableStyles.xml" Id="Racf406d374464f03" /><Relationship Type="http://schemas.openxmlformats.org/officeDocument/2006/relationships/slide" Target="/ppt/slides/slide1.xml" Id="R1f1710f0000e4017" /><Relationship Type="http://schemas.openxmlformats.org/officeDocument/2006/relationships/slide" Target="/ppt/slides/slide2.xml" Id="Rcd3cf6e15ae042c6" /><Relationship Type="http://schemas.openxmlformats.org/officeDocument/2006/relationships/slide" Target="/ppt/slides/slide3.xml" Id="Rd7c8cbb20f6f4da7" /><Relationship Type="http://schemas.openxmlformats.org/officeDocument/2006/relationships/slide" Target="/ppt/slides/slide4.xml" Id="Rbf81540fc1ee4732" /><Relationship Type="http://schemas.openxmlformats.org/officeDocument/2006/relationships/slide" Target="/ppt/slides/slide5.xml" Id="R0281387472f148fc" /><Relationship Type="http://schemas.openxmlformats.org/officeDocument/2006/relationships/slide" Target="/ppt/slides/slide6.xml" Id="Rb47041c45e1448d9" /><Relationship Type="http://schemas.openxmlformats.org/officeDocument/2006/relationships/slide" Target="/ppt/slides/slide7.xml" Id="R75718fd4b9a8402c" /><Relationship Type="http://schemas.openxmlformats.org/officeDocument/2006/relationships/slide" Target="/ppt/slides/slide8.xml" Id="R1b85fc65f5934b68" /><Relationship Type="http://schemas.openxmlformats.org/officeDocument/2006/relationships/slide" Target="/ppt/slides/slide9.xml" Id="R10c826e87869473f" /><Relationship Type="http://schemas.openxmlformats.org/officeDocument/2006/relationships/slide" Target="/ppt/slides/slide10.xml" Id="R882c17fe2f4e47c1" /><Relationship Type="http://schemas.openxmlformats.org/officeDocument/2006/relationships/slide" Target="/ppt/slides/slide11.xml" Id="R3dccdc3da3434e81" /><Relationship Type="http://schemas.openxmlformats.org/officeDocument/2006/relationships/slide" Target="/ppt/slides/slide12.xml" Id="R98a2f2c038224a6d" /><Relationship Type="http://schemas.openxmlformats.org/officeDocument/2006/relationships/slide" Target="/ppt/slides/slide13.xml" Id="R4a42cd7cb62049a0" /><Relationship Type="http://schemas.openxmlformats.org/officeDocument/2006/relationships/slide" Target="/ppt/slides/slide14.xml" Id="R8c87d598c48a43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33b83008154e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16402df572439b" /><Relationship Type="http://schemas.openxmlformats.org/officeDocument/2006/relationships/notesMaster" Target="/ppt/notesMasters/notesMaster1.xml" Id="R95dbebb6b3184a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896091fd054b2a" /><Relationship Type="http://schemas.openxmlformats.org/officeDocument/2006/relationships/notesMaster" Target="/ppt/notesMasters/notesMaster1.xml" Id="R4aaffb3ad7ad45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30b8e8b340414d" /><Relationship Type="http://schemas.openxmlformats.org/officeDocument/2006/relationships/notesMaster" Target="/ppt/notesMasters/notesMaster1.xml" Id="R48be456e8e4140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b7527eb84041b9" /><Relationship Type="http://schemas.openxmlformats.org/officeDocument/2006/relationships/notesMaster" Target="/ppt/notesMasters/notesMaster1.xml" Id="R7d183bc206a64c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7d981bb5004ed3" /><Relationship Type="http://schemas.openxmlformats.org/officeDocument/2006/relationships/notesMaster" Target="/ppt/notesMasters/notesMaster1.xml" Id="R524e69405c484a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804cfe55584650" /><Relationship Type="http://schemas.openxmlformats.org/officeDocument/2006/relationships/notesMaster" Target="/ppt/notesMasters/notesMaster1.xml" Id="Rc8132afc43bc4a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3047688a634c4e" /><Relationship Type="http://schemas.openxmlformats.org/officeDocument/2006/relationships/notesMaster" Target="/ppt/notesMasters/notesMaster1.xml" Id="R73f74ac19b3a48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0bba9743f445a4" /><Relationship Type="http://schemas.openxmlformats.org/officeDocument/2006/relationships/notesMaster" Target="/ppt/notesMasters/notesMaster1.xml" Id="Rb4f1429e200249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a816d285b174e9e" /><Relationship Type="http://schemas.openxmlformats.org/officeDocument/2006/relationships/notesMaster" Target="/ppt/notesMasters/notesMaster1.xml" Id="R9a96d02272a24a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2fb36cb0e9484b" /><Relationship Type="http://schemas.openxmlformats.org/officeDocument/2006/relationships/notesMaster" Target="/ppt/notesMasters/notesMaster1.xml" Id="R82cf48ae98af4bc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750a3d180547da" /><Relationship Type="http://schemas.openxmlformats.org/officeDocument/2006/relationships/notesMaster" Target="/ppt/notesMasters/notesMaster1.xml" Id="Rf9d15ba8307240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35b830aa82a4c4a" /><Relationship Type="http://schemas.openxmlformats.org/officeDocument/2006/relationships/notesMaster" Target="/ppt/notesMasters/notesMaster1.xml" Id="R1aa13d2ce7624a0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d5fd6dc304d498c" /><Relationship Type="http://schemas.openxmlformats.org/officeDocument/2006/relationships/notesMaster" Target="/ppt/notesMasters/notesMaster1.xml" Id="R4857735a33b5417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6d22b5911f94708" /><Relationship Type="http://schemas.openxmlformats.org/officeDocument/2006/relationships/notesMaster" Target="/ppt/notesMasters/notesMaster1.xml" Id="Rdf7da867e76c4b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“Today you will use PEST to explain how outside changes affect a business you choose.”</a:t>
            </a:r>
          </a:p>
          <a:p xmlns:a="http://schemas.openxmlformats.org/drawingml/2006/main">
            <a:r>
              <a:t>DO: Display the agenda, distribute the sheet, and identify the target.</a:t>
            </a:r>
          </a:p>
          <a:p xmlns:a="http://schemas.openxmlformats.org/drawingml/2006/main">
            <a:r>
              <a:t>CHECK: Students know that PEST concerns external influences, not the four 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“We will complete one PEST section at a time. I will tell you when to move.”</a:t>
            </a:r>
          </a:p>
          <a:p xmlns:a="http://schemas.openxmlformats.org/drawingml/2006/main">
            <a:r>
              <a:t>DO: Keep the introduction within five minutes, including the short model.</a:t>
            </a:r>
          </a:p>
          <a:p xmlns:a="http://schemas.openxmlformats.org/drawingml/2006/main">
            <a:r>
              <a:t>NOTE: 3–5 + 2 + 12 + 5 =22–24, leaving 6–8 minutes. If discussion runs longer, reduce buffer rather than claiming work finished.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PAT APPROVES THE NUMERICAL RUBRIC: SAY: “A 3 shows complete, accurate application. A 4 explains a deeper decision and why it makes sense. More words alone do not earn a 4.”</a:t>
            </a:r>
          </a:p>
          <a:p xmlns:a="http://schemas.openxmlformats.org/drawingml/2006/main">
            <a:r>
              <a:t>CHECK WITH PAT: Confirm these descriptors and whether this is formative or graded before announcing them as final. No automatic averaging, bonuses, or conversion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PAT APPROVES THE NUMERICAL RUBRIC: SAY: “Use business terms and explain because. A list of words does not yet show why a business is affected.”</a:t>
            </a:r>
          </a:p>
          <a:p xmlns:a="http://schemas.openxmlformats.org/drawingml/2006/main">
            <a:r>
              <a:t>DO: Read directions aloud and accept a spoken rehearsal before writing.</a:t>
            </a:r>
          </a:p>
          <a:p xmlns:a="http://schemas.openxmlformats.org/drawingml/2006/main">
            <a:r>
              <a:t>ASSESS: Understanding, not spelling, handwriting, accent, speed, or decorative work. Access support alone never reduces a level. Insufficient evidence is separate from level 1; confirm IE and overall-score handling with Pat.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changed outside the business? Which letter fits? What could be positive and negative for this shop?”</a:t>
            </a:r>
          </a:p>
          <a:p xmlns:a="http://schemas.openxmlformats.org/drawingml/2006/main">
            <a:r>
              <a:t>DO: Wait5–10seconds; invite a spoken or written response. Do not pre-answer students’ own chosen businesses.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“The factor is government regulation. One possible positive impact is customer trust. What might the cost be?”</a:t>
            </a:r>
          </a:p>
          <a:p xmlns:a="http://schemas.openxmlformats.org/drawingml/2006/main">
            <a:r>
              <a:t>DO: Pause before the next click. Explain these are possible consequences, not guarantees.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“The same external change can create an opportunity and a cost. Your example must explain why.”</a:t>
            </a:r>
          </a:p>
          <a:p xmlns:a="http://schemas.openxmlformats.org/drawingml/2006/main">
            <a:r>
              <a:t>DO: Model only this one factor, then let students apply the other categories.</a:t>
            </a:r>
          </a:p>
          <a:p xmlns:a="http://schemas.openxmlformats.org/drawingml/2006/main">
            <a:r>
              <a:t>RESPONSE: The shop could train staff and plan for compliance costs. This is an internal response to an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“Choose a business you understand and name its target market. Who buys from it, and what do they want?”</a:t>
            </a:r>
          </a:p>
          <a:p xmlns:a="http://schemas.openxmlformats.org/drawingml/2006/main">
            <a:r>
              <a:t>DO: Start a 2-minute timer. If stuck, offer a familiar business category such as a cafe, shoe shop, or digital-book service.</a:t>
            </a:r>
          </a:p>
          <a:p xmlns:a="http://schemas.openxmlformats.org/drawingml/2006/main">
            <a:r>
              <a:t>CHECK: Business and target market both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rule or policy could affect this business?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economic change could affect costs or demand?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change in the customers or community could affect demand?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technology change could affect access, service, or competition?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“Connect the analysis to a business decision. Which opportunity would you use? Which risk would you address? Why?”</a:t>
            </a:r>
          </a:p>
          <a:p xmlns:a="http://schemas.openxmlformats.org/drawingml/2006/main">
            <a:r>
              <a:t>DO: Invite2–4 complete sentences as a planning guide, not a scored word count. Students may orally rehearse first.</a:t>
            </a:r>
          </a:p>
          <a:p xmlns:a="http://schemas.openxmlformats.org/drawingml/2006/main">
            <a:r>
              <a:t>CHECK: Responses follow from their own factors, not generic advice.</a:t>
            </a:r>
          </a:p>
          <a:p xmlns:a="http://schemas.openxmlformats.org/drawingml/2006/main">
            <a:r>
              <a:t>EXTEND: Compare priorities or two interacting factors and justify a trade-off.</a:t>
            </a:r>
          </a:p>
          <a:p xmlns:a="http://schemas.openxmlformats.org/drawingml/2006/main">
            <a:r>
              <a:t>PAIR CHECK: Both partners can explain the agreed business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“Check each section. Circle a place where you explained why. Use remaining time to practise the approved Terms to Know.”</a:t>
            </a:r>
          </a:p>
          <a:p xmlns:a="http://schemas.openxmlformats.org/drawingml/2006/main">
            <a:r>
              <a:t>DO: Record separate Block 1 and Block 5 stops.</a:t>
            </a:r>
          </a:p>
          <a:p xmlns:a="http://schemas.openxmlformats.org/drawingml/2006/main">
            <a:r>
              <a:t>OPEN: Confirm quiz scope, collection route, how pair evidence will be assessed, and grading with Pat. Do not invent a deadline.</a:t>
            </a:r>
          </a:p>
          <a:p xmlns:a="http://schemas.openxmlformats.org/drawingml/2006/main">
            <a:r>
              <a:t>RECORD: Block 1 stop/support needed __ ; Block 5 stop/support needed 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4b68fde87948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e52e2d87d843e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4ec95855d94f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493a47a9aa43d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04036c2e76415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c5d74225048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1FF729-94F5-4271-8DF9-FE910A9314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6D3424A-3C8B-4B32-AF70-1561CB08CE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F668A93-4923-462D-B480-10FFDA88BE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E429BC-8DC1-47DA-9258-51AB68C53C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A1DC837-1D4B-49B9-A6E6-BAA430CE46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7F049FD-8B0D-44DE-AC5E-3793B07B09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166BF9C-1F13-4D0A-93A3-C2BB86A5B4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890F5EF-D894-4A18-A936-AA06DD58152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D2E5A5-C358-4899-928F-CFA0076380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DA66C1-CD36-45F5-A5A5-05FF057C4E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2dd18536424033" /><Relationship Type="http://schemas.openxmlformats.org/officeDocument/2006/relationships/slideLayout" Target="/ppt/slideLayouts/slideLayout1.xml" Id="R21c360c73ad94023" /><Relationship Type="http://schemas.openxmlformats.org/officeDocument/2006/relationships/slideLayout" Target="/ppt/slideLayouts/slideLayout2.xml" Id="R7e13c619da0f415e" /><Relationship Type="http://schemas.openxmlformats.org/officeDocument/2006/relationships/slideLayout" Target="/ppt/slideLayouts/slideLayout3.xml" Id="R59a47627359748d7" /><Relationship Type="http://schemas.openxmlformats.org/officeDocument/2006/relationships/slideLayout" Target="/ppt/slideLayouts/slideLayout4.xml" Id="R0032bc1fb977454d" /><Relationship Type="http://schemas.openxmlformats.org/officeDocument/2006/relationships/slideLayout" Target="/ppt/slideLayouts/slideLayout5.xml" Id="R2a9d2d2c85f44c7f" /><Relationship Type="http://schemas.openxmlformats.org/officeDocument/2006/relationships/slideLayout" Target="/ppt/slideLayouts/slideLayout6.xml" Id="R8961f8b7d47041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c360c73ad94023"/>
    <p:sldLayoutId xmlns:r="http://schemas.openxmlformats.org/officeDocument/2006/relationships" id="2147483650" r:id="R7e13c619da0f415e"/>
    <p:sldLayoutId xmlns:r="http://schemas.openxmlformats.org/officeDocument/2006/relationships" id="2147483651" r:id="R59a47627359748d7"/>
    <p:sldLayoutId xmlns:r="http://schemas.openxmlformats.org/officeDocument/2006/relationships" id="2147483652" r:id="R0032bc1fb977454d"/>
    <p:sldLayoutId xmlns:r="http://schemas.openxmlformats.org/officeDocument/2006/relationships" id="2147483653" r:id="R2a9d2d2c85f44c7f"/>
    <p:sldLayoutId xmlns:r="http://schemas.openxmlformats.org/officeDocument/2006/relationships" id="2147483654" r:id="R8961f8b7d47041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1f65941e454cf4" /><Relationship Type="http://schemas.openxmlformats.org/officeDocument/2006/relationships/image" Target="/ppt/media/image.png" Id="R0cda9022e2a04ea6" /><Relationship Type="http://schemas.openxmlformats.org/officeDocument/2006/relationships/notesSlide" Target="/ppt/notesSlides/notesSlide1.xml" Id="R90971f7897104a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f8e8f50b574119" /><Relationship Type="http://schemas.openxmlformats.org/officeDocument/2006/relationships/notesSlide" Target="/ppt/notesSlides/notesSlide2.xml" Id="R58d4283c286b4c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fe3056389844cb" /><Relationship Type="http://schemas.openxmlformats.org/officeDocument/2006/relationships/notesSlide" Target="/ppt/notesSlides/notesSlide3.xml" Id="R96e26cc9a45b4a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91c2c65c944427" /><Relationship Type="http://schemas.openxmlformats.org/officeDocument/2006/relationships/notesSlide" Target="/ppt/notesSlides/notesSlide4.xml" Id="R125f79406c2445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7d17350bc14ab8" /><Relationship Type="http://schemas.openxmlformats.org/officeDocument/2006/relationships/image" Target="/ppt/media/image2.png" Id="R0233afbdbf8943a2" /><Relationship Type="http://schemas.openxmlformats.org/officeDocument/2006/relationships/notesSlide" Target="/ppt/notesSlides/notesSlide5.xml" Id="Rfcc06c050a5944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f92220bb934470" /><Relationship Type="http://schemas.openxmlformats.org/officeDocument/2006/relationships/image" Target="/ppt/media/image3.png" Id="R9640ff66f61b4448" /><Relationship Type="http://schemas.openxmlformats.org/officeDocument/2006/relationships/notesSlide" Target="/ppt/notesSlides/notesSlide6.xml" Id="R1a944c475f0c4e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7760bff6a34335" /><Relationship Type="http://schemas.openxmlformats.org/officeDocument/2006/relationships/image" Target="/ppt/media/image4.png" Id="Rd69a4f31fe414afb" /><Relationship Type="http://schemas.openxmlformats.org/officeDocument/2006/relationships/notesSlide" Target="/ppt/notesSlides/notesSlide7.xml" Id="Re1ca6cab624844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7c656863824fbb" /><Relationship Type="http://schemas.openxmlformats.org/officeDocument/2006/relationships/notesSlide" Target="/ppt/notesSlides/notesSlide8.xml" Id="Re55c976a4e1341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35fd91f35e4386" /><Relationship Type="http://schemas.openxmlformats.org/officeDocument/2006/relationships/image" Target="/ppt/media/image5.png" Id="Rf476fc554deb4fec" /><Relationship Type="http://schemas.openxmlformats.org/officeDocument/2006/relationships/notesSlide" Target="/ppt/notesSlides/notesSlide9.xml" Id="Rdede1caf62a643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c80bab6b7c4baf" /><Relationship Type="http://schemas.openxmlformats.org/officeDocument/2006/relationships/image" Target="/ppt/media/image6.png" Id="R401969a6c2aa4b26" /><Relationship Type="http://schemas.openxmlformats.org/officeDocument/2006/relationships/notesSlide" Target="/ppt/notesSlides/notesSlide10.xml" Id="R39e78545126a442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4e521f3a094c92" /><Relationship Type="http://schemas.openxmlformats.org/officeDocument/2006/relationships/image" Target="/ppt/media/image7.png" Id="R11bcfb427ff84e3c" /><Relationship Type="http://schemas.openxmlformats.org/officeDocument/2006/relationships/notesSlide" Target="/ppt/notesSlides/notesSlide11.xml" Id="R12cd224b63a940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73e28e916c41bd" /><Relationship Type="http://schemas.openxmlformats.org/officeDocument/2006/relationships/image" Target="/ppt/media/image8.png" Id="Re291fe381ce04e6b" /><Relationship Type="http://schemas.openxmlformats.org/officeDocument/2006/relationships/notesSlide" Target="/ppt/notesSlides/notesSlide12.xml" Id="R2dcd0f15b4c2457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4c46d8d6704526" /><Relationship Type="http://schemas.openxmlformats.org/officeDocument/2006/relationships/notesSlide" Target="/ppt/notesSlides/notesSlide13.xml" Id="Rf214ab951dc5401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1b5136ed894065" /><Relationship Type="http://schemas.openxmlformats.org/officeDocument/2006/relationships/notesSlide" Target="/ppt/notesSlides/notesSlide14.xml" Id="R361f4ed16f0643e0" /></Relationships>
</file>

<file path=ppt/slides/slide1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A7363D74-BCDB-495D-AFC0-008DEC7D8AD1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PEST analysis for your business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465EC1D4-77E0-42F1-9046-BC56EB2453FE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30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9D06FEA5-DD06-4AAD-856C-595F8C1297FB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Work with a partner.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Choose one business together. Explain how outside changes could help or hurt it.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25D4828F-7A7D-4BB0-ADFC-CF1DB8094BBB}"/>
              </ns1:ext>
            </ns1:extLst>
          </p:cNvPr>
          <p:cNvPicPr>
            <ns1:picLocks noChangeAspect="1"/>
          </p:cNvPicPr>
          <p:nvPr/>
        </p:nvPicPr>
        <p:blipFill>
          <ns1:blip ns3:embed="R0cda9022e2a04ea6"/>
          <ns1:stretch/>
        </p:blipFill>
        <p:spPr>
          <ns1:xfrm>
            <ns1:off x="7715250" y="2455109"/>
            <ns1:ext cx="3714750" cy="2090658"/>
          </ns1:xfrm>
          <ns1:prstGeom prst="rect">
            <ns1:avLst/>
          </ns1:prstGeom>
        </p:spPr>
      </p:pic>
    </p:spTree>
    <p:extLst>
      <p:ext uri="{BB962C8B-B14F-4D97-AF65-F5344CB8AC3E}">
        <ns4:creationId val="186299115"/>
      </p:ext>
    </p:extLst>
  </p:cSld>
  <p:transition spd="fast" advClick="1">
    <p:fade/>
  </p:transition>
</p:sld>
</file>

<file path=ppt/slides/slide2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FF0A6555-62BB-4E48-8F17-970002D66CDC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Activity sequence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A15FC53A-0BCF-4AAF-BFFA-7196F5F464CE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A 30-minute planning window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1080A2B9-8BBB-492B-97ED-5EBAF6FDDE38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Instructions and grading: 3–5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market: 2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 / E / S / T: 3 min each = 12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summary: 5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Buffer and Terms to Know: 6–8 min</ns1:t>
            </ns1:r>
          </ns1:p>
        </p:txBody>
      </p:sp>
    </p:spTree>
    <p:extLst>
      <p:ext uri="{BB962C8B-B14F-4D97-AF65-F5344CB8AC3E}">
        <ns3:creationId val="1875295101"/>
      </p:ext>
    </p:extLst>
  </p:cSld>
  <p:transition spd="fast" advClick="1">
    <p:fade/>
  </p:transition>
</p:sld>
</file>

<file path=ppt/slides/slide3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C6B5991F-CAB4-4F8C-9EA0-74DC493AB72C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Your PEST work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165F8993-12E4-4860-A430-2BF6067CDC73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Success criteria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8221B949-CFA8-4C8B-B812-F2A5EE637B00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Accurate external factors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Examples connected to your business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Positive and negative impacts with reasons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 summary explaining business responses</ns1:t>
            </ns1:r>
          </ns1:p>
        </p:txBody>
      </p:sp>
    </p:spTree>
    <p:extLst>
      <p:ext uri="{BB962C8B-B14F-4D97-AF65-F5344CB8AC3E}">
        <ns3:creationId val="239302869"/>
      </p:ext>
    </p:extLst>
  </p:cSld>
  <p:transition spd="fast" advClick="1">
    <p:fade/>
  </p:transition>
</p:sld>
</file>

<file path=ppt/slides/slide4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FECC0767-3EA9-4974-A9CB-0EC26FFD185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Clear business explanations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DA3814F7-2009-4115-9D1F-A44D5B5BC274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Both partners explain why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33395447-A0EA-4CF8-9180-2042CD859752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Use business terms and complete thoughts.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“This could affect our business because…”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“Our business could respond by… because…”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Use your textbook and notes. Rehearse your explanation with your partner.</ns1:t>
            </ns1:r>
          </ns1:p>
        </p:txBody>
      </p:sp>
    </p:spTree>
    <p:extLst>
      <p:ext uri="{BB962C8B-B14F-4D97-AF65-F5344CB8AC3E}">
        <ns3:creationId val="875405738"/>
      </p:ext>
    </p:extLst>
  </p:cSld>
  <p:transition spd="fast" advClick="1">
    <p:fade/>
  </p:transition>
</p:sld>
</file>

<file path=ppt/slides/slide5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D69A9A2A-E0DE-4C9C-8C2A-6BB9B5F58291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One hypothetical example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BCDA5168-AE56-4213-A391-26134EE7B6D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Think first; answers appear on the next clicks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B0BE5021-EAD6-4B29-9EC3-EC5AA14CB047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 coffee shop faces stricter food-safety rules.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Which PEST category fits?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could help the business?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could create a difficulty?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33332336-3621-4606-96D1-7101AC8703A3}"/>
              </ns1:ext>
            </ns1:extLst>
          </p:cNvPr>
          <p:cNvPicPr>
            <ns1:picLocks noChangeAspect="1"/>
          </p:cNvPicPr>
          <p:nvPr/>
        </p:nvPicPr>
        <p:blipFill>
          <ns1:blip ns3:embed="R0233afbdbf8943a2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2016718979"/>
      </p:ext>
    </p:extLst>
  </p:cSld>
  <p:transition spd="fast" advClick="1">
    <p:fade/>
  </p:transition>
</p:sld>
</file>

<file path=ppt/slides/slide6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0373F08E-0C04-4316-AE21-0ECD77672937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Political influence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F5086C64-3BB1-4389-A094-29579F137599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First reveal: category and positive impact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9164F25F-F5D4-48C6-A608-73A19359348C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Stricter food-safety rules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+ Customers may trust a shop that demonstrates compliance.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− What possible cost could the shop face?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E712C2CB-756D-461F-B6D3-AEF495FE03A9}"/>
              </ns1:ext>
            </ns1:extLst>
          </p:cNvPr>
          <p:cNvPicPr>
            <ns1:picLocks noChangeAspect="1"/>
          </p:cNvPicPr>
          <p:nvPr/>
        </p:nvPicPr>
        <p:blipFill>
          <ns1:blip ns3:embed="R9640ff66f61b4448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952532592"/>
      </p:ext>
    </p:extLst>
  </p:cSld>
  <p:transition spd="fast" advClick="1">
    <p:fade/>
  </p:transition>
</p:sld>
</file>

<file path=ppt/slides/slide7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C14585D7-8F60-4792-B78B-D76B3C866FC5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Political influence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3881A494-B275-4834-A748-9E066A36C7EA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Second reveal: negative impact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BA2D6CF8-BA9C-4D04-8F84-9343097DB51B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Stricter food-safety rules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+ Compliance may strengthen customer trust.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− Training and equipment may increase operating costs.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FDFB67E2-CD29-4C10-ADED-E91D0A93C931}"/>
              </ns1:ext>
            </ns1:extLst>
          </p:cNvPr>
          <p:cNvPicPr>
            <ns1:picLocks noChangeAspect="1"/>
          </p:cNvPicPr>
          <p:nvPr/>
        </p:nvPicPr>
        <p:blipFill>
          <ns1:blip ns3:embed="Rd69a4f31fe414afb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484205223"/>
      </p:ext>
    </p:extLst>
  </p:cSld>
  <p:transition spd="fast" advClick="1">
    <p:fade/>
  </p:transition>
</p:sld>
</file>

<file path=ppt/slides/slide8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DB427AAB-4671-48DA-8FD9-F2783BB68E19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70393A04-D3D7-4F89-BF99-9ACCD5702337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2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7E574B09-C54E-428F-9E8E-8A2BD90B942B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Choose one business together.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Write both names and the target market.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One partner explains; the other records.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Switch roles for each PEST category.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Both partners contribute reasoning.</ns1:t>
            </ns1:r>
          </ns1:p>
        </p:txBody>
      </p:sp>
    </p:spTree>
    <p:extLst>
      <p:ext uri="{BB962C8B-B14F-4D97-AF65-F5344CB8AC3E}">
        <ns3:creationId val="626453266"/>
      </p:ext>
    </p:extLst>
  </p:cSld>
  <p:transition spd="fast" advClick="1">
    <p:fade/>
  </p:transition>
</p:sld>
</file>

<file path=ppt/slides/slide9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FE61970E-B925-4B7D-8E08-4DF03605E4FD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  Political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80187880-19F5-4019-A9F9-CB5C7989FDD6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C5B1EAC7-404B-4954-8C62-1B242432754A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Government policies, laws, or intervention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rule or policy could affect this business?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F354F5EA-CE9E-4D38-A0D7-BCB045ED680A}"/>
              </ns1:ext>
            </ns1:extLst>
          </p:cNvPr>
          <p:cNvPicPr>
            <ns1:picLocks noChangeAspect="1"/>
          </p:cNvPicPr>
          <p:nvPr/>
        </p:nvPicPr>
        <p:blipFill>
          <ns1:blip ns3:embed="Rf476fc554deb4fec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853064997"/>
      </p:ext>
    </p:extLst>
  </p:cSld>
  <p:transition spd="fast" advClick="1">
    <p:fade/>
  </p:transition>
</p:sld>
</file>

<file path=ppt/slides/slide10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79773B1C-034B-4B99-B883-2654E22D52EB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E  Economic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4F537FED-6BB2-44E2-919C-6A2388049513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E6EE8407-FE8A-405C-A4F9-9953ECBA5E55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Inflation, consumer income, exchange rates, or credit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economic change could affect costs or demand?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6500C72B-ED32-46C5-9614-34E159DC32EA}"/>
              </ns1:ext>
            </ns1:extLst>
          </p:cNvPr>
          <p:cNvPicPr>
            <ns1:picLocks noChangeAspect="1"/>
          </p:cNvPicPr>
          <p:nvPr/>
        </p:nvPicPr>
        <p:blipFill>
          <ns1:blip ns3:embed="R401969a6c2aa4b26"/>
          <ns1:srcRect l="25000" t="0" r="50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756232652"/>
      </p:ext>
    </p:extLst>
  </p:cSld>
  <p:transition spd="fast" advClick="1">
    <p:fade/>
  </p:transition>
</p:sld>
</file>

<file path=ppt/slides/slide11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1F66BA6D-5218-420F-B088-734AAE2E1717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rPr>
              <ns1:t>S  Social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B02A3A9D-60D8-469E-93AB-99EB2C2CFAB1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F9452F52-15BD-4705-836E-DD8E6815B641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Population, education, social patterns, or preferences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change in the customers or community could affect demand?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75E71393-A82D-4DD7-8850-839813A07044}"/>
              </ns1:ext>
            </ns1:extLst>
          </p:cNvPr>
          <p:cNvPicPr>
            <ns1:picLocks noChangeAspect="1"/>
          </p:cNvPicPr>
          <p:nvPr/>
        </p:nvPicPr>
        <p:blipFill>
          <ns1:blip ns3:embed="R11bcfb427ff84e3c"/>
          <ns1:srcRect l="50000" t="0" r="2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978975084"/>
      </p:ext>
    </p:extLst>
  </p:cSld>
  <p:transition spd="fast" advClick="1">
    <p:fade/>
  </p:transition>
</p:sld>
</file>

<file path=ppt/slides/slide12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E977B800-10AA-48FE-A90E-1A12256508F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rPr>
              <ns1:t>T  Technological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906F23A5-3024-48AC-9553-9FFCE6D202C6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AD871C47-C6EC-4332-9DA0-308AFFE83626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Access to technology or the rate of technological change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technology change could affect access, service, or competition?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B2DB0B04-9D7F-438F-91A4-B05D455930FD}"/>
              </ns1:ext>
            </ns1:extLst>
          </p:cNvPr>
          <p:cNvPicPr>
            <ns1:picLocks noChangeAspect="1"/>
          </p:cNvPicPr>
          <p:nvPr/>
        </p:nvPicPr>
        <p:blipFill>
          <ns1:blip ns3:embed="Re291fe381ce04e6b"/>
          <ns1:srcRect l="75000" t="0" r="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439750425"/>
      </p:ext>
    </p:extLst>
  </p:cSld>
  <p:transition spd="fast" advClick="1">
    <p:fade/>
  </p:transition>
</p:sld>
</file>

<file path=ppt/slides/slide13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F24E7F8E-31C3-4298-8F23-4F12DA5F386A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summary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947BB1AE-AC3D-4A43-BEC3-9E79603685F2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5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30744AFA-1E39-4651-8AC3-193F1A259671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could your PEST findings affect the business’s potential success?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would the business use a positive impact?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would it respond to a negative impact?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the reason for each response.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Agree on your response together.</ns1:t>
            </ns1:r>
          </ns1:p>
        </p:txBody>
      </p:sp>
    </p:spTree>
    <p:extLst>
      <p:ext uri="{BB962C8B-B14F-4D97-AF65-F5344CB8AC3E}">
        <ns3:creationId val="2076704438"/>
      </p:ext>
    </p:extLst>
  </p:cSld>
  <p:transition spd="fast" advClick="1">
    <p:fade/>
  </p:transition>
</p:sld>
</file>

<file path=ppt/slides/slide14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FA59AA4E-26F5-4F7F-9618-0EC7EF9661BF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Completion check and Terms to Know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E477E0A6-751E-4F25-9A06-FA41FD134E0B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Remaining 6–8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C3AAC9A6-29EE-41A6-98AA-DAD26DA1250D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All four PEST sections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Connected examples and explained + / − impacts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Summary with business responses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Then practise Terms to Know for Thursday’s quiz.</ns1:t>
            </ns1:r>
          </ns1:p>
        </p:txBody>
      </p:sp>
    </p:spTree>
    <p:extLst>
      <p:ext uri="{BB962C8B-B14F-4D97-AF65-F5344CB8AC3E}">
        <ns3:creationId val="136835660"/>
      </p:ext>
    </p:extLst>
  </p:cSld>
  <p:transition spd="fast" advClick="1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2026-10-13T13:45:19.3800000Z</dcterms:created>
  <dcterms:modified xsi:type="dcterms:W3CDTF">2026-10-13T13:45:19.3800000Z</dcterms:modified>
</coreProperties>
</file>
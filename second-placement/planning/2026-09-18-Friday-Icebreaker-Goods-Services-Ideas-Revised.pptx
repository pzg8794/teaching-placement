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b4496e165f4ccb" /><Relationship Type="http://schemas.openxmlformats.org/officeDocument/2006/relationships/extended-properties" Target="/docProps/app.xml" Id="R0c7da29639cb45e6" /><Relationship Type="http://schemas.openxmlformats.org/officeDocument/2006/relationships/officeDocument" Target="/ppt/presentation.xml" Id="Rfa1d009a760a4f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01b863869c4eba"/>
  </p:sldMasterIdLst>
  <p:notesMasterIdLst>
    <p:notesMasterId xmlns:r="http://schemas.openxmlformats.org/officeDocument/2006/relationships" r:id="R88894bb4c7404fcf"/>
  </p:notesMasterIdLst>
  <p:sldIdLst>
    <p:sldId xmlns:r="http://schemas.openxmlformats.org/officeDocument/2006/relationships" id="256" r:id="Rb04336eb8f86427d"/>
    <p:sldId xmlns:r="http://schemas.openxmlformats.org/officeDocument/2006/relationships" id="257" r:id="Rc8d8f039a1dd41d3"/>
    <p:sldId xmlns:r="http://schemas.openxmlformats.org/officeDocument/2006/relationships" id="258" r:id="R4c80dd58cf7746c7"/>
    <p:sldId xmlns:r="http://schemas.openxmlformats.org/officeDocument/2006/relationships" id="259" r:id="Ra7b92dc5d43e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475fa10a4c498d" /><Relationship Type="http://schemas.openxmlformats.org/officeDocument/2006/relationships/slideMaster" Target="/ppt/slideMasters/slideMaster1.xml" Id="R0d01b863869c4eba" /><Relationship Type="http://schemas.openxmlformats.org/officeDocument/2006/relationships/notesMaster" Target="/ppt/notesMasters/notesMaster1.xml" Id="R88894bb4c7404fcf" /><Relationship Type="http://schemas.openxmlformats.org/officeDocument/2006/relationships/presProps" Target="/ppt/presProps.xml" Id="R2bbef706075042c1" /><Relationship Type="http://schemas.openxmlformats.org/officeDocument/2006/relationships/tableStyles" Target="/ppt/tableStyles.xml" Id="R4f473a93f65544ab" /><Relationship Type="http://schemas.openxmlformats.org/officeDocument/2006/relationships/slide" Target="/ppt/slides/slide1.xml" Id="Rb04336eb8f86427d" /><Relationship Type="http://schemas.openxmlformats.org/officeDocument/2006/relationships/slide" Target="/ppt/slides/slide2.xml" Id="Rc8d8f039a1dd41d3" /><Relationship Type="http://schemas.openxmlformats.org/officeDocument/2006/relationships/slide" Target="/ppt/slides/slide3.xml" Id="R4c80dd58cf7746c7" /><Relationship Type="http://schemas.openxmlformats.org/officeDocument/2006/relationships/slide" Target="/ppt/slides/slide4.xml" Id="Ra7b92dc5d43e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33a3a8060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7a428199bc4b15" /><Relationship Type="http://schemas.openxmlformats.org/officeDocument/2006/relationships/notesMaster" Target="/ppt/notesMasters/notesMaster1.xml" Id="R94f2ae267c5540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db31f3ef84d1d" /><Relationship Type="http://schemas.openxmlformats.org/officeDocument/2006/relationships/notesMaster" Target="/ppt/notesMasters/notesMaster1.xml" Id="R994891a2ef4940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817c5c5e534927" /><Relationship Type="http://schemas.openxmlformats.org/officeDocument/2006/relationships/notesMaster" Target="/ppt/notesMasters/notesMaster1.xml" Id="R6a6140bf9c0e4f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e28e115544afd" /><Relationship Type="http://schemas.openxmlformats.org/officeDocument/2006/relationships/notesMaster" Target="/ppt/notesMasters/notesMaster1.xml" Id="R4bb2b05fae57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 | Say: ‘Yesterday, page 4 introduced three things businesses and economic systems provide. Find one clue for each example.’ If the reading was not completed, say: ‘Make a prediction; the next slide will help.’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0:15–0:45 | Read the three definitions. Students may point, write, or use fingers. These definitions come directly from page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0:45–1:45 | Reveal all three. Ask students to check their own response silently. Give the definition after each answer; no share-out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1:45–3:00 | Say the closer exactly. Then connect the three definitions to the posted 1.0 Terms to Know assignment and the Chapter #1 Review. Stop the icebreaker and begin the assigned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1, Introduction to Business and Marketing, B.E. Publishing, pp. 4–7. Local source: /Users/pitergarcia/DataScience/Semester5/Semester3(UofR)/TeachingPlacement/second-placement/Chapter 1 Introduction to Business and Marketing.pdf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21d04aec24b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30af1043e64754" /><Relationship Type="http://schemas.openxmlformats.org/officeDocument/2006/relationships/slideLayout" Target="/ppt/slideLayouts/slideLayout1.xml" Id="Rba37e42f25054c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37e42f25054c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09fca61af4485" /><Relationship Type="http://schemas.openxmlformats.org/officeDocument/2006/relationships/image" Target="/ppt/media/image.png" Id="R897bb5fa64714f18" /><Relationship Type="http://schemas.openxmlformats.org/officeDocument/2006/relationships/notesSlide" Target="/ppt/notesSlides/notesSlide1.xml" Id="R36c2a7ec13614d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f14b311cf44aa" /><Relationship Type="http://schemas.openxmlformats.org/officeDocument/2006/relationships/image" Target="/ppt/media/image2.png" Id="R8a1c3ff6b05042b8" /><Relationship Type="http://schemas.openxmlformats.org/officeDocument/2006/relationships/notesSlide" Target="/ppt/notesSlides/notesSlide2.xml" Id="Rae7a4ced6bc04c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0d71d1a449e4" /><Relationship Type="http://schemas.openxmlformats.org/officeDocument/2006/relationships/notesSlide" Target="/ppt/notesSlides/notesSlide3.xml" Id="R78f1cb52220442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055e45a6c454f" /><Relationship Type="http://schemas.openxmlformats.org/officeDocument/2006/relationships/notesSlide" Target="/ppt/notesSlides/notesSlide4.xml" Id="R890e6210a8a343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B69BC-0EA0-4DE6-9AFA-F74BA24B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E0D95-C793-484D-B11D-A582BEA9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68A64-0692-4CCD-B698-A9FC09A9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Three offerings from everyday 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FD9F5-5210-4142-9EAC-7EE50F2E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Which example is a good, a service, or an idea?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68295-0718-4366-9058-490681D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9952A-6773-43A8-B98A-4E28ECB7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8FE97-1A94-4118-B3AB-45F62192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1/4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bb5fa64714f18"/>
          <a:srcRect xmlns:a="http://schemas.openxmlformats.org/drawingml/2006/main" l="0" t="19500" r="0" b="1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33550"/>
            <a:ext cx="10820400" cy="3714750"/>
          </a:xfrm>
          <a:prstGeom xmlns:a="http://schemas.openxmlformats.org/drawingml/2006/main" prst="roundRect">
            <a:avLst>
              <a:gd name="adj" fmla="val 564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3D4EF9-603C-4D3E-9CFC-B8F193B6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A9AC1-294F-43A6-9FD3-07144395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RECALL PAGE 4    LOOK QUIETLY FOR 10 SECONDS</a:t>
            </a:r>
          </a:p>
        </p:txBody>
      </p:sp>
    </p:spTree>
    <p:extLst>
      <p:ext uri="{BB962C8B-B14F-4D97-AF65-F5344CB8AC3E}">
        <p14:creationId xmlns:p14="http://schemas.microsoft.com/office/powerpoint/2010/main" val="18439932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4EB17-0A3F-4BFB-B187-86F591F2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14F54-8971-44DA-82C5-3048BF9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7B377-694C-487F-8B5C-6AC8DEEB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Three page 4 clues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0D536-3CAE-4853-AB1B-0199D15D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Use the clue before choosing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636BE-CCB7-400C-9B36-52342D2D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1CE23-0884-4011-97E4-87ECC606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50391-287E-48F2-ABF0-6C4E4CCF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2/4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c3ff6b05042b8"/>
          <a:srcRect xmlns:a="http://schemas.openxmlformats.org/drawingml/2006/main" l="17170" t="0" r="171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52600"/>
            <a:ext cx="4000500" cy="3429000"/>
          </a:xfrm>
          <a:prstGeom xmlns:a="http://schemas.openxmlformats.org/drawingml/2006/main" prst="roundRect">
            <a:avLst>
              <a:gd name="adj" fmla="val 611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F4856-1119-4767-BA04-6568E3DB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47850"/>
            <a:ext cx="64389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C6D84-9FDE-4279-AAA2-0D6B7A02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621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AD9DB-518F-4A84-A591-48514C6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240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3FFBC-D000-407E-8AB5-BFFE6433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tangible item produced and sold to consumers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C1B2E-BED1-4C97-9D53-3B67AE9B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64389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A5063-2F9A-43C1-8436-34B0525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71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51177-934C-4FD7-90DE-CC0BD645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7B53B-3B9F-4278-B308-585CDCBD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528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task performed in exchange for money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56100-C72C-417B-8894-986C0F4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67150"/>
            <a:ext cx="64389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418D7-53F1-44CE-A5D1-52BAB08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81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1083E-FF4D-4020-85A9-465C3B41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43350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D15EC-B42C-43E4-BF1A-FB146EA3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6245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formulated thought or opinion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C7F7F-65DA-4472-828D-43B09C90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C4D4A-20C4-4672-834D-9B57A11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POINT    WRITE G / S / I    OR HOLD UP 1 / 2 / 3</a:t>
            </a:r>
          </a:p>
        </p:txBody>
      </p:sp>
    </p:spTree>
    <p:extLst>
      <p:ext uri="{BB962C8B-B14F-4D97-AF65-F5344CB8AC3E}">
        <p14:creationId xmlns:p14="http://schemas.microsoft.com/office/powerpoint/2010/main" val="205813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1DD07-3A19-4867-8403-0E5D9A11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7A91E-F57C-4042-950F-B64871A6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F627F-896E-4C70-98F3-78516D5F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A4F3-203E-43F1-A1F1-850EEF9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Name the clue that proves each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F5842-CCB3-4B69-BA5C-08863FB5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0798B-E804-4B89-8E76-44790EB7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AFA7B-0398-4A88-A782-83C52DA1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3/4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8878C-AB41-45F7-9D5F-0DD9B802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956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6290C-C2C8-4008-8055-B94568BD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961BF-193C-4F48-8708-214A5720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SNEAKERS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430B4-E469-4AD7-ABF2-21DC83E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86000"/>
            <a:ext cx="23431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tangible item produced and sold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FC8EF-0F5B-4793-9B39-913D7539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90700"/>
            <a:ext cx="32956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4C544-757F-47B3-A74C-CCCFD843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05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F4FF8-9518-4C27-9D46-AE2978AE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CAR WASH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12352-DB63-41F7-8340-9BA32367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86000"/>
            <a:ext cx="23431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task performed for money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45F3C-75CB-4779-A4FD-6A83FC89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2956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3CE23D-2DBF-45E1-AC25-0CCD3593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37CA4-6E00-4F07-9858-53B96899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RECYCLING CAMPAIGN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AC8CB-67F9-4614-9ECC-B963BCBD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3431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 thought or opinion being promoted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B11FD-6B0E-4370-8FFC-42DA09A8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99677-9425-4579-A9F2-FED7BFC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GOOD = ITEM    SERVICE = TASK    IDEA = THOUGHT OR OPINION</a:t>
            </a:r>
          </a:p>
        </p:txBody>
      </p:sp>
    </p:spTree>
    <p:extLst>
      <p:ext uri="{BB962C8B-B14F-4D97-AF65-F5344CB8AC3E}">
        <p14:creationId xmlns:p14="http://schemas.microsoft.com/office/powerpoint/2010/main" val="1951908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4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5952E-2502-47F6-8703-71176FB1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74D1E-976E-444B-824B-B070A1C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ICEBREAKER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1E3A3-F734-49FC-81A5-99D3E43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Connection to business and marketing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FCAD4-34E5-4EE3-ACD3-DD08A2F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Different offerings create different marketing opportunities.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3576C-5BD6-43D7-9E3D-893BBD3A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"/>
            <a:ext cx="19050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45653-5F95-4F5B-B39C-1B0814A6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⏱  3 MIN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4CEA8-9C46-4FF9-A583-E6CDF5F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4/4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D2602-F0C8-47CC-8442-7C37DAB2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DEE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32DF-265D-48E7-911D-A0E5B367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295C4-B5BF-4A7C-8CDD-26D1C2BC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4785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47FD7-87AD-4DFE-BF85-0A477F65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Making, selling, and providing products in exchange for money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7FD8E-666B-4309-86D2-A993A995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A5610-BBB8-4496-B337-A34289C6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9086A-10FD-4968-B311-F8A026D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MARKETING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7432B-F620-4003-926A-8D95DA6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Promoting, selling, and distributing a product or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145B0-5DA9-40E0-90BA-F0AA5FB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8E2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021F2-72DE-43BD-A559-1F83937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8A86"/>
                </a:solidFill>
                <a:latin typeface="Helvetica Neue"/>
                <a:ea typeface="Helvetica Neue"/>
                <a:cs typeface="Helvetica Neue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0A532-B1CD-4C9A-AB62-78F152CA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1955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292C-727B-4BD5-B124-3064137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313F"/>
                </a:solidFill>
                <a:latin typeface="Helvetica Neue"/>
                <a:ea typeface="Helvetica Neue"/>
                <a:cs typeface="Helvetica Neue"/>
              </a:rPr>
              <a:t>Anything that can be bought or sold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C8F71-5CBC-4D4F-A637-0F1FD38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30C9-2CD4-4293-9FA4-AE66298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Goods, services, and ideas create different opportunities for marketers.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6C5EF-6C6C-4BAD-904B-AD6E21AB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EF4"/>
                </a:solidFill>
                <a:latin typeface="Helvetica Neue"/>
                <a:ea typeface="Helvetica Neue"/>
                <a:cs typeface="Helvetica Neue"/>
              </a:rPr>
              <a:t>NEXT: Continue 1.0 Terms to Know, then prepare for the Chapter #1 Review.</a:t>
            </a:r>
          </a:p>
        </p:txBody>
      </p:sp>
    </p:spTree>
    <p:extLst>
      <p:ext uri="{BB962C8B-B14F-4D97-AF65-F5344CB8AC3E}">
        <p14:creationId xmlns:p14="http://schemas.microsoft.com/office/powerpoint/2010/main" val="564944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2026-09-16T13:36:51.6050000Z</dcterms:created>
  <dcterms:modified xsi:type="dcterms:W3CDTF">2026-09-16T13:36:51.6050000Z</dcterms:modified>
</coreProperties>
</file>
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56bc18a515644fd" Type="http://schemas.openxmlformats.org/officeDocument/2006/relationships/officeDocument" Target="ppt/presentation.xml"/><Relationship Id="R9179c840737d4d53" Type="http://schemas.openxmlformats.org/package/2006/relationships/metadata/core-properties" Target="docProps/core.xml"/><Relationship Id="Rbdb94d514d574ac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75911c8de34136"/>
  </p:sldMasterIdLst>
  <p:notesMasterIdLst>
    <p:notesMasterId xmlns:r="http://schemas.openxmlformats.org/officeDocument/2006/relationships" r:id="Red538b729e73416a"/>
  </p:notesMasterIdLst>
  <p:sldIdLst>
    <p:sldId xmlns:r="http://schemas.openxmlformats.org/officeDocument/2006/relationships" id="256" r:id="Rbd42289369774c81"/>
    <p:sldId xmlns:r="http://schemas.openxmlformats.org/officeDocument/2006/relationships" id="257" r:id="R2ce71e6e26fc475f"/>
    <p:sldId xmlns:r="http://schemas.openxmlformats.org/officeDocument/2006/relationships" id="258" r:id="R4bbe97d6833545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1adf6269224f2b" Type="http://schemas.openxmlformats.org/officeDocument/2006/relationships/tableStyles" Target="tableStyles.xml"/><Relationship Id="R1f75911c8de34136" Type="http://schemas.openxmlformats.org/officeDocument/2006/relationships/slideMaster" Target="slideMasters/slideMaster1.xml"/><Relationship Id="R2ce71e6e26fc475f" Type="http://schemas.openxmlformats.org/officeDocument/2006/relationships/slide" Target="slides/slide2.xml"/><Relationship Id="R4bbe97d6833545cd" Type="http://schemas.openxmlformats.org/officeDocument/2006/relationships/slide" Target="slides/slide3.xml"/><Relationship Id="Rb7cb4e19264342a6" Type="http://schemas.openxmlformats.org/officeDocument/2006/relationships/theme" Target="theme/theme1.xml"/><Relationship Id="Rbd42289369774c81" Type="http://schemas.openxmlformats.org/officeDocument/2006/relationships/slide" Target="slides/slide1.xml"/><Relationship Id="Rdd0b2a40f92d4467" Type="http://schemas.openxmlformats.org/officeDocument/2006/relationships/presProps" Target="presProps.xml"/><Relationship Id="Red538b729e73416a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58d5fc32149141b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605fe19affa4683" Type="http://schemas.openxmlformats.org/officeDocument/2006/relationships/slide" Target="../slides/slide1.xml"/><Relationship Id="R942b4123a09f4a9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90677349ec249e3" Type="http://schemas.openxmlformats.org/officeDocument/2006/relationships/slide" Target="../slides/slide2.xml"/><Relationship Id="Ra7851435de9a438f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d7757d048254e2c" Type="http://schemas.openxmlformats.org/officeDocument/2006/relationships/slide" Target="../slides/slide3.xml"/><Relationship Id="Ra0fc8924b60e44a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01:02:12–01:03:03 and 00:25:02–00:25:26. Purpose: quick retrieval practice before the vocabulary test and review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01:02:12–01:03:03. SBTE feedback applied: assume little prior knowledge, give the vocabulary visibly, and use leading questions instead of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00:45:31–00:47:02. This starter protects time for the vocabulary test, Chapter 1 review, and notes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6a432a938bf418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2a30a56410a4c0f" Type="http://schemas.openxmlformats.org/officeDocument/2006/relationships/slideLayout" Target="../slideLayouts/slideLayout1.xml"/><Relationship Id="Rb4d0770dda0c461a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a30a56410a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16cbf5765bb4abb" Type="http://schemas.openxmlformats.org/officeDocument/2006/relationships/slideLayout" Target="../slideLayouts/slideLayout1.xml"/><Relationship Id="Rf476f9b8ff3948e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5f14c3f473d434a" Type="http://schemas.openxmlformats.org/officeDocument/2006/relationships/notesSlide" Target="../notesSlides/notesSlide2.xml"/><Relationship Id="Rb3dc9cc0f4b34d7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95332302234443f" Type="http://schemas.openxmlformats.org/officeDocument/2006/relationships/slideLayout" Target="../slideLayouts/slideLayout1.xml"/><Relationship Id="Rb4fe12680d6b4a73" Type="http://schemas.openxmlformats.org/officeDocument/2006/relationships/notesSlide" Target="../notesSlides/notesSlide3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B26E7-977C-4179-9664-1CB787D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7D66B-842E-47BB-9DB8-83D4146C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FIVE-MINUTE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BD8FE-98C8-4232-9D89-3CC46F9C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One customer need, one marketing 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187D6-63E2-4D6D-AD44-066EB997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E96A2-2FA0-4C59-8915-C6D963D0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73E2B-A339-4994-B3AA-AC17FA1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Use something we heard today.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EDCF8-8A49-4290-886B-6645F8D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D0CC1-9EE0-4EBB-A0A6-E5EAFA27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rPr>
              <a:t>0:00–0:45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50DE7-B271-45D1-8E7F-9DBADF2E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1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Choose one company or experience from today.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4BD24-7A9D-471C-BBF0-485F221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680D4-8679-4C09-BB29-31E85838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33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0:45–2:00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876FB-2E67-4BA6-B9C5-23C53A0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9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Name one customer need or want.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317BC-4AD7-4CA2-9C98-649A5502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CD4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D04ED-BAC6-4129-8B70-7749F06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33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2:00–5:00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D71DD-4A6B-49B6-9B5B-C79D2F01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Match one marketing function to the company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4ABB7-5648-417B-BE01-4AE0B313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Sentence frame: “The company uses ______ to ______ so the customer can ______.”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C3B02-8880-48A7-9F5F-0C4F2535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You may speak, point, write keywords, or read the frame.</a:t>
            </a:r>
          </a:p>
        </p:txBody>
      </p:sp>
    </p:spTree>
    <p:extLst>
      <p:ext uri="{BB962C8B-B14F-4D97-AF65-F5344CB8AC3E}">
        <p14:creationId xmlns:p14="http://schemas.microsoft.com/office/powerpoint/2010/main" val="1158370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63010-8E7A-4059-A294-4DAAD157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EB99B-BDD4-49A5-B6FD-75EE53D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FUNCTION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96337-D3AE-4BD3-BC1E-C2575B64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Use the word bank if you need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B5EE9-10CE-494E-A71D-2EF475B0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AF068-46A7-4B68-8AB6-BE746D64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7CBE0-5FD8-4443-A462-AB8375D3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Pick one function. Explain the action, not just the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CB558-8B00-481F-9E3A-33BA43FC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11327-2933-46EE-8A30-AB227B2E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9DC29-FB48-4A85-B597-9F3247D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Information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DE19A-F0AB-45DF-A2DB-87EA53B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use customer wants, needs, or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A5830-759A-4057-8C90-0BAED2E2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7779C-70EF-459D-B1EE-AE0657C0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ACE13-B8BA-4A76-9A4A-BD072BEE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Product/service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0A957-43F7-49C8-9DBF-52DC0B8A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7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improve the product or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E2E5D-EC45-4DD0-BD3B-2C761026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7DAE1-55D7-4855-8E25-FCCD3206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13244-958F-4846-B1C6-555F1FF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385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Pricing / promotion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E4ECF-EAAD-4189-ADA0-55C673D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385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set the price or influence the choice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6E7AC-A685-43E6-8F6C-9C1D81FD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4ED96-23A0-4693-A829-B665484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9B32F-D7AD-4E81-9E06-EB7BC46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Selling / channel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9D7DC-E7C5-44D6-BA5C-2F4B394A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help the customer buy at the right place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C6640-EBAB-4CA1-8362-14FAF0A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D71669-D8E9-41EB-ABA5-DA4F71F8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6255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Partner prompt: “What would the company actually do?”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A91D8-A97B-4AA6-B39C-086099D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Teacher move: ask a leading question; do not supply the answer.</a:t>
            </a:r>
          </a:p>
        </p:txBody>
      </p:sp>
    </p:spTree>
    <p:extLst>
      <p:ext uri="{BB962C8B-B14F-4D97-AF65-F5344CB8AC3E}">
        <p14:creationId xmlns:p14="http://schemas.microsoft.com/office/powerpoint/2010/main" val="2036387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59CFE-40D9-44D5-AA78-019EFB95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D4590-E528-4FD3-967B-B5F1734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CLOSE +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5602-6AAC-4BB9-8342-09F2AC6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One idea we can use in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9DAE8-4C3C-412B-A4D3-46A5B860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3F894-A656-4712-A023-9B5A6D9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331CF-815F-4EB2-BCAE-327E097E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D5F73-6249-4952-8EB6-5AB74A9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98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rPr>
              <a:t>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F962B-270F-4588-9C7D-30282B3E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791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“Our company or experience is ______.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customer needs ______.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marketing concept is to satisfy that need and make money.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______ helps because the company can ______.”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B6BD0-EC24-4E4A-B807-2B6B14CB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LISTEN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C00AA-73AC-4B61-84DE-14B7174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A company or experience, a customer need, one function, and one business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70C6F-89C0-4831-971B-7585F800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CLOSE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C5665-1D06-4C30-A647-0E2A882B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“Keep that connection in mind as you finish the vocabulary test and review questions.”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D8E4A-C80A-4DD3-8B79-50119014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Timing rule: two or three shares, then stop at five minutes.</a:t>
            </a:r>
          </a:p>
        </p:txBody>
      </p:sp>
    </p:spTree>
    <p:extLst>
      <p:ext uri="{BB962C8B-B14F-4D97-AF65-F5344CB8AC3E}">
        <p14:creationId xmlns:p14="http://schemas.microsoft.com/office/powerpoint/2010/main" val="313641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2026-09-23T13:28:10.1250000Z</dcterms:created>
  <dcterms:modified xsi:type="dcterms:W3CDTF">2026-09-23T13:28:10.1250000Z</dcterms:modified>
</coreProperties>
</file>
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05ebf87f5424c" /><Relationship Type="http://schemas.openxmlformats.org/officeDocument/2006/relationships/extended-properties" Target="/docProps/app.xml" Id="R99a64ec728c8441b" /><Relationship Type="http://schemas.openxmlformats.org/officeDocument/2006/relationships/officeDocument" Target="/ppt/presentation.xml" Id="Re444ea6cff5a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f2494b4164f7b"/>
  </p:sldMasterIdLst>
  <p:notesMasterIdLst>
    <p:notesMasterId xmlns:r="http://schemas.openxmlformats.org/officeDocument/2006/relationships" r:id="R2dfcdf593ccb4a49"/>
  </p:notesMasterIdLst>
  <p:sldIdLst>
    <p:sldId xmlns:r="http://schemas.openxmlformats.org/officeDocument/2006/relationships" id="256" r:id="Rd7510756877e432c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df6d2aa20046b4" /><Relationship Type="http://schemas.openxmlformats.org/officeDocument/2006/relationships/slideMaster" Target="/ppt/slideMasters/slideMaster1.xml" Id="Rd5df2494b4164f7b" /><Relationship Type="http://schemas.openxmlformats.org/officeDocument/2006/relationships/notesMaster" Target="/ppt/notesMasters/notesMaster1.xml" Id="R2dfcdf593ccb4a49" /><Relationship Type="http://schemas.openxmlformats.org/officeDocument/2006/relationships/presProps" Target="/ppt/presProps.xml" Id="Rf0e2270aef1e4216" /><Relationship Type="http://schemas.openxmlformats.org/officeDocument/2006/relationships/tableStyles" Target="/ppt/tableStyles.xml" Id="Rcbf745bff4654054" /><Relationship Type="http://schemas.openxmlformats.org/officeDocument/2006/relationships/slide" Target="/ppt/slides/slide1.xml" Id="Rd7510756877e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ca602ad5e6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1df2c12a14e17" /><Relationship Type="http://schemas.openxmlformats.org/officeDocument/2006/relationships/notesMaster" Target="/ppt/notesMasters/notesMaster1.xml" Id="R76f4faa9ba05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09-11 Meeting_ School Opening, Classroom Norms, and Student Safety transcript, 01:25:19–01:30:47; Block 1 brainstorm photograph captured 2026-09-11. The four norm labels and supporting student-idea words come from the class discussion and photographed brainstorm, polished only for length and readability. UDL design choices: each norm appears as a word, a plain-language action example, a student-generated keyword line, and an inclusive visual vignette; the poster also uses high contrast, large sans-serif type, consistent order, and descriptive image alt text. The handwritten source photo informed the content but is intentionally not displayed.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49bd3a6ac42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cf7f3849d4349" /><Relationship Type="http://schemas.openxmlformats.org/officeDocument/2006/relationships/slideLayout" Target="/ppt/slideLayouts/slideLayout1.xml" Id="R25e8d53071ea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8d53071ea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90ccfa354acc" /><Relationship Type="http://schemas.openxmlformats.org/officeDocument/2006/relationships/image" Target="/ppt/media/image.png" Id="R34858c8e0ad049e5" /><Relationship Type="http://schemas.openxmlformats.org/officeDocument/2006/relationships/image" Target="/ppt/media/image2.png" Id="Rbc0f2a6a7ad64e33" /><Relationship Type="http://schemas.openxmlformats.org/officeDocument/2006/relationships/image" Target="/ppt/media/image3.png" Id="Rf2c8471dece04e16" /><Relationship Type="http://schemas.openxmlformats.org/officeDocument/2006/relationships/image" Target="/ppt/media/image4.png" Id="R513d26916ef24c08" /><Relationship Type="http://schemas.openxmlformats.org/officeDocument/2006/relationships/notesSlide" Target="/ppt/notesSlides/notesSlide1.xml" Id="R03847851567e4a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035B331B-F0F2-4824-BC68-71932C502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37"/>
          </a:solidFill>
          <a:ln xmlns:a="http://schemas.openxmlformats.org/drawingml/2006/main" w="0">
            <a:noFill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CD9AA0-33C9-4B9A-B341-2A72C455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OUR SHARED COMMITMENT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A135E-119F-49CE-AD8B-415CBC6A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681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BLOCK 1 CLASS NORMS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5DD9C806-AE10-45FC-9CA5-F7BA6FB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We created these norms together. Each picture and example shows what they can look like in class.</a:t>
            </a:r>
          </a:p>
        </p:txBody>
      </p:sp>
      <p:pic>
        <p:nvPicPr>
          <p:cNvPr id="34" name="Respect visual" descr="Two students respectfully share classroom materials. One student uses a wheelchair, and both participate equally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58c8e0ad049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3431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number-01">
            <a:extLst xmlns:a="http://schemas.openxmlformats.org/drawingml/2006/main">
              <a:ext uri="{FF2B5EF4-FFF2-40B4-BE49-F238E27FC236}">
                <a16:creationId xmlns:a16="http://schemas.microsoft.com/office/drawing/2014/main" id="{2F369F0A-F3E7-4F3E-BBA9-8B02BBBD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186FAAB5-34AE-49FF-8499-DECE277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RESPECT</a:t>
            </a:r>
          </a:p>
        </p:txBody>
      </p:sp>
      <p:sp>
        <p:nvSpPr>
          <p:cNvPr id="8" name="detail-01">
            <a:extLst xmlns:a="http://schemas.openxmlformats.org/drawingml/2006/main">
              <a:ext uri="{FF2B5EF4-FFF2-40B4-BE49-F238E27FC236}">
                <a16:creationId xmlns:a16="http://schemas.microsoft.com/office/drawing/2014/main" id="{0170839F-8DE2-4168-9C96-7B99863F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Treat people, ideas, and our shared space with care.</a:t>
            </a:r>
          </a:p>
        </p:txBody>
      </p:sp>
      <p:sp>
        <p:nvSpPr>
          <p:cNvPr id="9" name="student-ideas-01">
            <a:extLst xmlns:a="http://schemas.openxmlformats.org/drawingml/2006/main">
              <a:ext uri="{FF2B5EF4-FFF2-40B4-BE49-F238E27FC236}">
                <a16:creationId xmlns:a16="http://schemas.microsoft.com/office/drawing/2014/main" id="{B4877A52-E9F3-4E97-8259-1909363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Being kind, self-control, advocate for self and others.</a:t>
            </a:r>
          </a:p>
        </p:txBody>
      </p:sp>
      <p:sp>
        <p:nvSpPr>
          <p:cNvPr id="10" name="divider-01">
            <a:extLst xmlns:a="http://schemas.openxmlformats.org/drawingml/2006/main">
              <a:ext uri="{FF2B5EF4-FFF2-40B4-BE49-F238E27FC236}">
                <a16:creationId xmlns:a16="http://schemas.microsoft.com/office/drawing/2014/main" id="{234ECDCE-10F4-4004-A33F-AF0A07EC6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0" name="Productive visual" descr="Three students stay focused on a project by writing, organizing materials, and working on a laptop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f2a6a7ad64e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9433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number-02">
            <a:extLst xmlns:a="http://schemas.openxmlformats.org/drawingml/2006/main">
              <a:ext uri="{FF2B5EF4-FFF2-40B4-BE49-F238E27FC236}">
                <a16:creationId xmlns:a16="http://schemas.microsoft.com/office/drawing/2014/main" id="{BC963496-D0B7-46FB-AE91-5C9D363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71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label-02">
            <a:extLst xmlns:a="http://schemas.openxmlformats.org/drawingml/2006/main">
              <a:ext uri="{FF2B5EF4-FFF2-40B4-BE49-F238E27FC236}">
                <a16:creationId xmlns:a16="http://schemas.microsoft.com/office/drawing/2014/main" id="{82484E48-D7E1-4745-B4D3-81BCDA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PRODUCTIVE</a:t>
            </a:r>
          </a:p>
        </p:txBody>
      </p:sp>
      <p:sp>
        <p:nvSpPr>
          <p:cNvPr id="14" name="detail-02">
            <a:extLst xmlns:a="http://schemas.openxmlformats.org/drawingml/2006/main">
              <a:ext uri="{FF2B5EF4-FFF2-40B4-BE49-F238E27FC236}">
                <a16:creationId xmlns:a16="http://schemas.microsoft.com/office/drawing/2014/main" id="{CD21C29D-6AB9-4B1E-81D1-F4A6BCE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148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Use class time to do the work we agreed to do.</a:t>
            </a:r>
          </a:p>
        </p:txBody>
      </p:sp>
      <p:sp>
        <p:nvSpPr>
          <p:cNvPr id="15" name="student-ideas-02">
            <a:extLst xmlns:a="http://schemas.openxmlformats.org/drawingml/2006/main">
              <a:ext uri="{FF2B5EF4-FFF2-40B4-BE49-F238E27FC236}">
                <a16:creationId xmlns:a16="http://schemas.microsoft.com/office/drawing/2014/main" id="{B5DDD00D-517C-461C-B663-ACBAFD31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339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High effort, self-motivated, problem-solver, initiative.</a:t>
            </a:r>
          </a:p>
        </p:txBody>
      </p:sp>
      <p:sp>
        <p:nvSpPr>
          <p:cNvPr id="16" name="divider-02">
            <a:extLst xmlns:a="http://schemas.openxmlformats.org/drawingml/2006/main">
              <a:ext uri="{FF2B5EF4-FFF2-40B4-BE49-F238E27FC236}">
                <a16:creationId xmlns:a16="http://schemas.microsoft.com/office/drawing/2014/main" id="{F253FBC4-040A-4345-978D-7A01B57B7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6" name="Active listening visual" descr="One student speaks while two peers listen attentively and take notes. One listener wears a hearing ai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8471dece04e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55435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8" name="number-03">
            <a:extLst xmlns:a="http://schemas.openxmlformats.org/drawingml/2006/main">
              <a:ext uri="{FF2B5EF4-FFF2-40B4-BE49-F238E27FC236}">
                <a16:creationId xmlns:a16="http://schemas.microsoft.com/office/drawing/2014/main" id="{716259C3-9E97-4293-B93B-07C9D4F8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label-03">
            <a:extLst xmlns:a="http://schemas.openxmlformats.org/drawingml/2006/main">
              <a:ext uri="{FF2B5EF4-FFF2-40B4-BE49-F238E27FC236}">
                <a16:creationId xmlns:a16="http://schemas.microsoft.com/office/drawing/2014/main" id="{BCA62941-7B32-4543-AA29-665480D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ACTIVE LISTENING</a:t>
            </a:r>
          </a:p>
        </p:txBody>
      </p:sp>
      <p:sp>
        <p:nvSpPr>
          <p:cNvPr id="20" name="detail-03">
            <a:extLst xmlns:a="http://schemas.openxmlformats.org/drawingml/2006/main">
              <a:ext uri="{FF2B5EF4-FFF2-40B4-BE49-F238E27FC236}">
                <a16:creationId xmlns:a16="http://schemas.microsoft.com/office/drawing/2014/main" id="{B082ED48-494A-44FB-BBBC-8EFAFDB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15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Listen, participate, and respond to one another.</a:t>
            </a:r>
          </a:p>
        </p:txBody>
      </p:sp>
      <p:sp>
        <p:nvSpPr>
          <p:cNvPr id="21" name="student-ideas-03">
            <a:extLst xmlns:a="http://schemas.openxmlformats.org/drawingml/2006/main">
              <a:ext uri="{FF2B5EF4-FFF2-40B4-BE49-F238E27FC236}">
                <a16:creationId xmlns:a16="http://schemas.microsoft.com/office/drawing/2014/main" id="{CED58F8E-8FC8-4558-8B92-720387F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341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Communication, participation, teamwork, willingness to learn.</a:t>
            </a:r>
          </a:p>
        </p:txBody>
      </p:sp>
      <p:sp>
        <p:nvSpPr>
          <p:cNvPr id="22" name="divider-03">
            <a:extLst xmlns:a="http://schemas.openxmlformats.org/drawingml/2006/main">
              <a:ext uri="{FF2B5EF4-FFF2-40B4-BE49-F238E27FC236}">
                <a16:creationId xmlns:a16="http://schemas.microsoft.com/office/drawing/2014/main" id="{54C645A4-9762-4A78-B6AF-B5F6D136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9246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52" name="Punctuality visual" descr="Two students settle in with materials ready while the classroom clock shows that class is about to begi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d26916ef24c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71437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number-04">
            <a:extLst xmlns:a="http://schemas.openxmlformats.org/drawingml/2006/main">
              <a:ext uri="{FF2B5EF4-FFF2-40B4-BE49-F238E27FC236}">
                <a16:creationId xmlns:a16="http://schemas.microsoft.com/office/drawing/2014/main" id="{BD0757A9-7577-46D7-A978-837E7C5E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72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label-04">
            <a:extLst xmlns:a="http://schemas.openxmlformats.org/drawingml/2006/main">
              <a:ext uri="{FF2B5EF4-FFF2-40B4-BE49-F238E27FC236}">
                <a16:creationId xmlns:a16="http://schemas.microsoft.com/office/drawing/2014/main" id="{FA356043-B66A-4CBB-A816-E20DCFC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056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BE PUNCTUAL</a:t>
            </a:r>
          </a:p>
        </p:txBody>
      </p:sp>
      <p:sp>
        <p:nvSpPr>
          <p:cNvPr id="26" name="detail-04">
            <a:extLst xmlns:a="http://schemas.openxmlformats.org/drawingml/2006/main">
              <a:ext uri="{FF2B5EF4-FFF2-40B4-BE49-F238E27FC236}">
                <a16:creationId xmlns:a16="http://schemas.microsoft.com/office/drawing/2014/main" id="{87EF6994-41C8-49F6-843A-4A4B32CA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5152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Arrive ready and respect everyone’s time.</a:t>
            </a:r>
          </a:p>
        </p:txBody>
      </p:sp>
      <p:sp>
        <p:nvSpPr>
          <p:cNvPr id="27" name="student-ideas-04">
            <a:extLst xmlns:a="http://schemas.openxmlformats.org/drawingml/2006/main">
              <a:ext uri="{FF2B5EF4-FFF2-40B4-BE49-F238E27FC236}">
                <a16:creationId xmlns:a16="http://schemas.microsoft.com/office/drawing/2014/main" id="{108E62B8-C95A-40F5-A77D-5068870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934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Time management, early or on time.</a:t>
            </a:r>
          </a:p>
        </p:txBody>
      </p:sp>
      <p:sp>
        <p:nvSpPr>
          <p:cNvPr id="28" name="closing">
            <a:extLst xmlns:a="http://schemas.openxmlformats.org/drawingml/2006/main">
              <a:ext uri="{FF2B5EF4-FFF2-40B4-BE49-F238E27FC236}">
                <a16:creationId xmlns:a16="http://schemas.microsoft.com/office/drawing/2014/main" id="{7F1DE6DD-CE6C-47A4-B799-2AA06AF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7730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Chosen by the students of Block 1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C98CC443-E680-4094-AD4B-9A37744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9640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Words, examples, and pictures offer different ways to understand our agreement.</a:t>
            </a:r>
          </a:p>
        </p:txBody>
      </p:sp>
    </p:spTree>
    <p:extLst>
      <p:ext uri="{BB962C8B-B14F-4D97-AF65-F5344CB8AC3E}">
        <p14:creationId xmlns:p14="http://schemas.microsoft.com/office/powerpoint/2010/main" val="505560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2026-09-11T13:24:52.3810000Z</dcterms:created>
  <dcterms:modified xsi:type="dcterms:W3CDTF">2026-09-11T13:24:52.3810000Z</dcterms:modified>
</coreProperties>
</file>
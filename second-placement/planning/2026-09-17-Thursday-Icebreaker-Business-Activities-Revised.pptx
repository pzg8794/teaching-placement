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ddee71bd44dba" /><Relationship Type="http://schemas.openxmlformats.org/officeDocument/2006/relationships/extended-properties" Target="/docProps/app.xml" Id="R2566b0ba54f1498a" /><Relationship Type="http://schemas.openxmlformats.org/officeDocument/2006/relationships/officeDocument" Target="/ppt/presentation.xml" Id="R83e6d68e6e1949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01f3f2c644146"/>
  </p:sldMasterIdLst>
  <p:notesMasterIdLst>
    <p:notesMasterId xmlns:r="http://schemas.openxmlformats.org/officeDocument/2006/relationships" r:id="R318ca60ea0344f14"/>
  </p:notesMasterIdLst>
  <p:sldIdLst>
    <p:sldId xmlns:r="http://schemas.openxmlformats.org/officeDocument/2006/relationships" id="256" r:id="R9ee025c36cfc4c32"/>
    <p:sldId xmlns:r="http://schemas.openxmlformats.org/officeDocument/2006/relationships" id="257" r:id="R0e47e21776c540a2"/>
    <p:sldId xmlns:r="http://schemas.openxmlformats.org/officeDocument/2006/relationships" id="258" r:id="R00cde853e46b4df1"/>
    <p:sldId xmlns:r="http://schemas.openxmlformats.org/officeDocument/2006/relationships" id="259" r:id="R91315f912d8641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47b971bd34d5f" /><Relationship Type="http://schemas.openxmlformats.org/officeDocument/2006/relationships/slideMaster" Target="/ppt/slideMasters/slideMaster1.xml" Id="R6d501f3f2c644146" /><Relationship Type="http://schemas.openxmlformats.org/officeDocument/2006/relationships/notesMaster" Target="/ppt/notesMasters/notesMaster1.xml" Id="R318ca60ea0344f14" /><Relationship Type="http://schemas.openxmlformats.org/officeDocument/2006/relationships/presProps" Target="/ppt/presProps.xml" Id="Rd3c318cd19644e1f" /><Relationship Type="http://schemas.openxmlformats.org/officeDocument/2006/relationships/tableStyles" Target="/ppt/tableStyles.xml" Id="R10d1e0173af64dfd" /><Relationship Type="http://schemas.openxmlformats.org/officeDocument/2006/relationships/slide" Target="/ppt/slides/slide1.xml" Id="R9ee025c36cfc4c32" /><Relationship Type="http://schemas.openxmlformats.org/officeDocument/2006/relationships/slide" Target="/ppt/slides/slide2.xml" Id="R0e47e21776c540a2" /><Relationship Type="http://schemas.openxmlformats.org/officeDocument/2006/relationships/slide" Target="/ppt/slides/slide3.xml" Id="R00cde853e46b4df1" /><Relationship Type="http://schemas.openxmlformats.org/officeDocument/2006/relationships/slide" Target="/ppt/slides/slide4.xml" Id="R91315f912d86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356068991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13eef867b4a1b" /><Relationship Type="http://schemas.openxmlformats.org/officeDocument/2006/relationships/notesMaster" Target="/ppt/notesMasters/notesMaster1.xml" Id="R4210841684d9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66dd4615d648a4" /><Relationship Type="http://schemas.openxmlformats.org/officeDocument/2006/relationships/notesMaster" Target="/ppt/notesMasters/notesMaster1.xml" Id="R8c39b8347c93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7b0cf1cfe84029" /><Relationship Type="http://schemas.openxmlformats.org/officeDocument/2006/relationships/notesMaster" Target="/ppt/notesMasters/notesMaster1.xml" Id="R6ebfc9083465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5ac2a6c47487c" /><Relationship Type="http://schemas.openxmlformats.org/officeDocument/2006/relationships/notesMaster" Target="/ppt/notesMasters/notesMaster1.xml" Id="Reeefb67be285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| Say: ‘Look for three different kinds of work. You do not need the business words yet. The reading will give us those.’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0:15–0:45 | Read each clue once. Say: ‘O is daily work. I builds value over time. F follows money going in or out.’ Keep the definitions visible while students respond.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0:45–1:45 | Read A, pause five seconds, then say ‘Show.’ Repeat for B and C. Reveal the answer strip. Explain only the clue: daily work, value over time, or money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1:45–3:00 | Say the closer exactly. Then say: ‘Open to page 4. As you read, look for the three clues and correct any prediction that needs changing.’ Hard stop by 7:38.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098da4e654c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3d2f75a9f409a" /><Relationship Type="http://schemas.openxmlformats.org/officeDocument/2006/relationships/slideLayout" Target="/ppt/slideLayouts/slideLayout1.xml" Id="Rf488395a441d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8395a441d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d1a2fb42b4027" /><Relationship Type="http://schemas.openxmlformats.org/officeDocument/2006/relationships/image" Target="/ppt/media/image.png" Id="R978ce73d9d284312" /><Relationship Type="http://schemas.openxmlformats.org/officeDocument/2006/relationships/notesSlide" Target="/ppt/notesSlides/notesSlide1.xml" Id="R0e16281b358c46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7ba93481f4ef6" /><Relationship Type="http://schemas.openxmlformats.org/officeDocument/2006/relationships/notesSlide" Target="/ppt/notesSlides/notesSlide2.xml" Id="R5f784a72045d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062a5940a455c" /><Relationship Type="http://schemas.openxmlformats.org/officeDocument/2006/relationships/notesSlide" Target="/ppt/notesSlides/notesSlide3.xml" Id="Rb79005afd52d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97d3d86c444e5" /><Relationship Type="http://schemas.openxmlformats.org/officeDocument/2006/relationships/image" Target="/ppt/media/image2.png" Id="R0982ee8033c34d65" /><Relationship Type="http://schemas.openxmlformats.org/officeDocument/2006/relationships/notesSlide" Target="/ppt/notesSlides/notesSlide4.xml" Id="R7715a62c3ee944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051CD-7F99-4933-98E6-AED83CB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811A6-11DC-4667-B43C-EB6749DB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E2BA2-7403-4467-A512-67ACA6E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One pizza shop, three kinds of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4FB82-E196-4D03-8A2B-0386041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Use what you notice. The reading will give us the official terms.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3B7CB-046F-4BE2-A42C-5974197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2DC9-0DE3-4190-9A82-3E10A096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D6671-A64F-45F6-BF8E-A1360F56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1/4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ce73d9d284312"/>
          <a:srcRect xmlns:a="http://schemas.openxmlformats.org/drawingml/2006/main" l="0" t="19500" r="0" b="1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33550"/>
            <a:ext cx="10820400" cy="3714750"/>
          </a:xfrm>
          <a:prstGeom xmlns:a="http://schemas.openxmlformats.org/drawingml/2006/main" prst="roundRect">
            <a:avLst>
              <a:gd name="adj" fmla="val 56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38D88-E247-4BBB-876E-ABAC4AB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05AEB-0E0C-4842-A689-E231243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LOOK QUIETLY FOR 10 SECONDS    FIND THREE DIFFERENT KINDS OF WORK</a:t>
            </a:r>
          </a:p>
        </p:txBody>
      </p:sp>
    </p:spTree>
    <p:extLst>
      <p:ext uri="{BB962C8B-B14F-4D97-AF65-F5344CB8AC3E}">
        <p14:creationId xmlns:p14="http://schemas.microsoft.com/office/powerpoint/2010/main" val="1877423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9B615-630F-411B-A9A0-F94FE921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92A06-D129-4B9B-87B8-09AB04D2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133E-B27E-4D7B-8442-3910B1E0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Three clues from Chapter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C851E-C41C-4F7E-A11E-C16B793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Match each example to the clue that fits best.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E153E-1ED5-4C6C-B7A4-3AF1B14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CC82A-8646-4700-8668-7A8D4BCA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23984-CB2E-49F6-8B1B-9974F94B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2/4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6CE0D-B72D-49E6-9E72-4B152BCC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AD39A-91A4-4742-A144-F8B09CF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C9B51-CCF3-45C8-8B66-894804BC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2C742-4A57-4691-8A53-48001399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Daily work that makes or provides the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BCBC1-A26C-49FD-9C35-819B8150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D7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3F788-75F0-4323-8880-CBE604EB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D6A07-A02B-493B-8C61-81EDB93C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INVESTING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DB436-5738-46DE-BF78-923AC91F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Money used now to build value over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A7136-BA24-45C3-82BB-85C17C5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259C5-D692-47E7-A092-5F0E6AE5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E3088-AB7A-4B7E-A09B-60CF940D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FINANCIAL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A6724-34C0-4D2E-B1B4-054F08D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Money moving into or out of the 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0D4FC-D676-4BB2-8F5F-81F3F94D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570E9-518D-4C36-9664-44769484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POINT    WRITE O / I / F    OR HOLD UP 1 / 2 / 3</a:t>
            </a:r>
          </a:p>
        </p:txBody>
      </p:sp>
    </p:spTree>
    <p:extLst>
      <p:ext uri="{BB962C8B-B14F-4D97-AF65-F5344CB8AC3E}">
        <p14:creationId xmlns:p14="http://schemas.microsoft.com/office/powerpoint/2010/main" val="1611955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7AB4D-5332-474F-A0B8-8BA8E21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97063-3E73-4B63-BA24-86823068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D4584-C142-4A0A-8E3A-287F79E5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Classify the pizza shop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AA310-5668-492C-8D6F-84703293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Everyone answers at the same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8E62A-3D35-40A0-BDE3-77EEC614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AFA49-DB63-4F56-AAB5-8CE5018A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BE67F-0599-4B53-BA8E-6ADF108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3/4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B292A-96A0-4D5B-8698-BA0FA664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82B95-76AA-4624-BC16-0EFBB712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3B3B2-3BA9-4967-A12F-0EF7058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986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Employees make pizzas and serve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A8B77-6F7D-4C85-A9E8-7E2F143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2FCD7-A902-4762-9BB5-EA23504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78465-7346-4D0C-9E21-859F5BA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986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owner buys a new oven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7FBAF-5885-4A45-BF86-FD33D1F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B64A8-E22B-4A3E-ABEE-E1303C3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8FFBB-DF2F-4CBB-B5DD-1EA76F2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986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business collects money from sales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1C8F5-7F30-4A42-93C7-5520CFC1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853FB-D5A2-48E8-B4CD-623C222C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= OPERATIONAL    B = INVESTING    C = FINANCIAL</a:t>
            </a:r>
          </a:p>
        </p:txBody>
      </p:sp>
    </p:spTree>
    <p:extLst>
      <p:ext uri="{BB962C8B-B14F-4D97-AF65-F5344CB8AC3E}">
        <p14:creationId xmlns:p14="http://schemas.microsoft.com/office/powerpoint/2010/main" val="1824154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D028B-F56D-4824-86E7-72F03D0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9FB6E-0341-4E0D-B13D-68FFD6A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B65FE-4522-4FD2-A3F6-640032FE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Reading map for pages 4–7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2F3E5-CA06-4533-BC2C-ABCA495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icebreaker gives us clues. The text gives us the full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7B00A-EA76-4728-82C4-C4FC2E6B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202A2-C5B3-47F7-8B43-319AF70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0FF9B-81B6-4B04-9692-C4E505B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4/4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2ee8033c34d65"/>
          <a:srcRect xmlns:a="http://schemas.openxmlformats.org/drawingml/2006/main" l="7364" t="0" r="7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4762500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E306B-2F3E-42AB-8382-F955D8D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56959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77C68-327F-4A58-A4E0-184C5F28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FF9F8-CFC6-4618-B0F4-61B59BCF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Business, marketing, products, goods, services, and ideas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810A3-0A04-43A7-BBC5-C076DAEE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56959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D7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46242-8159-4297-B4F4-CC81A152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4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5–6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697D4-385F-4782-A57E-3D14AE2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Operational activities and investing activities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BEF4E-1EA7-4F43-B33E-D19623E7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56959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1F1F9-DB36-4441-803D-EF3238C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62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0A339-061A-4F46-8BAF-BFD79D2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Financial activities and the money flowing through a business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2360B-E0CA-423F-A8E3-E18946EC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E1E3B-C30C-4E5A-9D99-BD1FFBC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activities include daily operations, investments, and money moving through the company.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A2BCE-FF74-4734-8E3C-7C0A89A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rPr>
              <a:t>NEXT: Read pages 4–7 and use the three clues to check your predictions.</a:t>
            </a:r>
          </a:p>
        </p:txBody>
      </p:sp>
    </p:spTree>
    <p:extLst>
      <p:ext uri="{BB962C8B-B14F-4D97-AF65-F5344CB8AC3E}">
        <p14:creationId xmlns:p14="http://schemas.microsoft.com/office/powerpoint/2010/main" val="1596384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2026-09-16T13:36:48.0310000Z</dcterms:created>
  <dcterms:modified xsi:type="dcterms:W3CDTF">2026-09-16T13:36:48.0310000Z</dcterms:modified>
</coreProperties>
</file>
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62d6a7408048e9" /><Relationship Type="http://schemas.openxmlformats.org/officeDocument/2006/relationships/extended-properties" Target="/docProps/app.xml" Id="Rd2ec07bf59114b13" /><Relationship Type="http://schemas.openxmlformats.org/officeDocument/2006/relationships/officeDocument" Target="/ppt/presentation.xml" Id="Ra777182275a044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b9c628dca24698"/>
  </p:sldMasterIdLst>
  <p:notesMasterIdLst>
    <p:notesMasterId xmlns:r="http://schemas.openxmlformats.org/officeDocument/2006/relationships" r:id="R34971384dee64125"/>
  </p:notesMasterIdLst>
  <p:sldIdLst>
    <p:sldId xmlns:r="http://schemas.openxmlformats.org/officeDocument/2006/relationships" id="256" r:id="R6a3f39aceb1d4206"/>
    <p:sldId xmlns:r="http://schemas.openxmlformats.org/officeDocument/2006/relationships" id="257" r:id="Rb1c2366bd2ee456b"/>
    <p:sldId xmlns:r="http://schemas.openxmlformats.org/officeDocument/2006/relationships" id="258" r:id="R7620f2fccec74102"/>
    <p:sldId xmlns:r="http://schemas.openxmlformats.org/officeDocument/2006/relationships" id="259" r:id="R46633649356440f0"/>
    <p:sldId xmlns:r="http://schemas.openxmlformats.org/officeDocument/2006/relationships" id="260" r:id="Rdd595d0989f04f56"/>
    <p:sldId xmlns:r="http://schemas.openxmlformats.org/officeDocument/2006/relationships" id="261" r:id="R376785c848fb4a69"/>
    <p:sldId xmlns:r="http://schemas.openxmlformats.org/officeDocument/2006/relationships" id="262" r:id="R1f2f206579374e36"/>
    <p:sldId xmlns:r="http://schemas.openxmlformats.org/officeDocument/2006/relationships" id="263" r:id="Rc3889a74a3dc4c2e"/>
    <p:sldId xmlns:r="http://schemas.openxmlformats.org/officeDocument/2006/relationships" id="264" r:id="R876b5321aa6f4071"/>
    <p:sldId xmlns:r="http://schemas.openxmlformats.org/officeDocument/2006/relationships" id="265" r:id="R79b770162bb145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18e3e6727456c" /><Relationship Type="http://schemas.openxmlformats.org/officeDocument/2006/relationships/slideMaster" Target="/ppt/slideMasters/slideMaster1.xml" Id="Ra6b9c628dca24698" /><Relationship Type="http://schemas.openxmlformats.org/officeDocument/2006/relationships/notesMaster" Target="/ppt/notesMasters/notesMaster1.xml" Id="R34971384dee64125" /><Relationship Type="http://schemas.openxmlformats.org/officeDocument/2006/relationships/presProps" Target="/ppt/presProps.xml" Id="Rac1c7ddeda954ee4" /><Relationship Type="http://schemas.openxmlformats.org/officeDocument/2006/relationships/tableStyles" Target="/ppt/tableStyles.xml" Id="R808e360035904ab6" /><Relationship Type="http://schemas.openxmlformats.org/officeDocument/2006/relationships/slide" Target="/ppt/slides/slide1.xml" Id="R6a3f39aceb1d4206" /><Relationship Type="http://schemas.openxmlformats.org/officeDocument/2006/relationships/slide" Target="/ppt/slides/slide2.xml" Id="Rb1c2366bd2ee456b" /><Relationship Type="http://schemas.openxmlformats.org/officeDocument/2006/relationships/slide" Target="/ppt/slides/slide3.xml" Id="R7620f2fccec74102" /><Relationship Type="http://schemas.openxmlformats.org/officeDocument/2006/relationships/slide" Target="/ppt/slides/slide4.xml" Id="R46633649356440f0" /><Relationship Type="http://schemas.openxmlformats.org/officeDocument/2006/relationships/slide" Target="/ppt/slides/slide5.xml" Id="Rdd595d0989f04f56" /><Relationship Type="http://schemas.openxmlformats.org/officeDocument/2006/relationships/slide" Target="/ppt/slides/slide6.xml" Id="R376785c848fb4a69" /><Relationship Type="http://schemas.openxmlformats.org/officeDocument/2006/relationships/slide" Target="/ppt/slides/slide7.xml" Id="R1f2f206579374e36" /><Relationship Type="http://schemas.openxmlformats.org/officeDocument/2006/relationships/slide" Target="/ppt/slides/slide8.xml" Id="Rc3889a74a3dc4c2e" /><Relationship Type="http://schemas.openxmlformats.org/officeDocument/2006/relationships/slide" Target="/ppt/slides/slide9.xml" Id="R876b5321aa6f4071" /><Relationship Type="http://schemas.openxmlformats.org/officeDocument/2006/relationships/slide" Target="/ppt/slides/slide10.xml" Id="R79b770162bb1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fe5735251548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dda0bd1f69489f" /><Relationship Type="http://schemas.openxmlformats.org/officeDocument/2006/relationships/notesMaster" Target="/ppt/notesMasters/notesMaster1.xml" Id="R07e09a439636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314191ede74038" /><Relationship Type="http://schemas.openxmlformats.org/officeDocument/2006/relationships/notesMaster" Target="/ppt/notesMasters/notesMaster1.xml" Id="Rd639281f14f94c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caa7c1f15f454f" /><Relationship Type="http://schemas.openxmlformats.org/officeDocument/2006/relationships/notesMaster" Target="/ppt/notesMasters/notesMaster1.xml" Id="Rbf76e424251b42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5222ced2a04a29" /><Relationship Type="http://schemas.openxmlformats.org/officeDocument/2006/relationships/notesMaster" Target="/ppt/notesMasters/notesMaster1.xml" Id="Rd8ca6f592d2f42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78f2a21514e70" /><Relationship Type="http://schemas.openxmlformats.org/officeDocument/2006/relationships/notesMaster" Target="/ppt/notesMasters/notesMaster1.xml" Id="R0080c0ffc9a14b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4c59f4c3284878" /><Relationship Type="http://schemas.openxmlformats.org/officeDocument/2006/relationships/notesMaster" Target="/ppt/notesMasters/notesMaster1.xml" Id="R6c2d5ee2fb4d43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718bcad2ed4980" /><Relationship Type="http://schemas.openxmlformats.org/officeDocument/2006/relationships/notesMaster" Target="/ppt/notesMasters/notesMaster1.xml" Id="Ra5926073c2ae4d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253e2f8f7a4391" /><Relationship Type="http://schemas.openxmlformats.org/officeDocument/2006/relationships/notesMaster" Target="/ppt/notesMasters/notesMaster1.xml" Id="R53653598165241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c50c27bea34b6a" /><Relationship Type="http://schemas.openxmlformats.org/officeDocument/2006/relationships/notesMaster" Target="/ppt/notesMasters/notesMaster1.xml" Id="R773cbf638088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b007cf0a4b411d" /><Relationship Type="http://schemas.openxmlformats.org/officeDocument/2006/relationships/notesMaster" Target="/ppt/notesMasters/notesMaster1.xml" Id="R42738b56804746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route: Marketing: Show the three-part scene; allow 20 seconds of silent thought; ask everyone to point or jot one category. Take two voices beyond the usual volunteers. Reveal the words only after answers. Then hand back to the SBTE for the Chapter 1 Create and Design assignment. Word: do not teach test steps; use the 1-minute Search reminder, then release to the 2.x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SBTE’s assessment/lesson primary. If a menu looks different, search the command name. Check the result before submitting.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route: Marketing: image first. Ask for the action, then name the function. Ask one student to state its purpose in a sentence. Use this to launch Listen and Speak only if the SBTE confirms the function-selection method and work time. Word: model only the read-find-check routine, not an unverified 3.x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SBTE’s assessment/lesson primary. Say the action; locate the control; check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route: Marketing: Start with the customer evidence in the image. Ask for a want, not an invented need. Invite written or spoken responses. Reveal the term, then connect to the rubric’s second content requirement. Word: have students locate a target in their live directions; no fabricated page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SBTE’s assessment/lesson primary. Compare your document with the stated target before moving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route: Marketing: Use the scene to elicit a specific example. Ask “what did the business do?” and “why is that this function?” Let students point, write, or speak; reveal after response. Word: use the documented 2.x mismatch as a general workplace troubleshooting routine, not as a claim that 3.x has the same issue.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SBTE’s assessment/lesson primary. Search by task name, inspect the result, then ask if the output still differs.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route: Marketing: use a short rehearsal, not a graded presentation. Students may use notes; invite a partner or private written check. Do not announce presentations or due dates without live SBTE confirmation. Word: quick independent check and precise-help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SBTE’s assessment/lesson primary. Show evidence of both; use Search or ask a precise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62cd6e74a4c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02f7d3e60142d8" /><Relationship Type="http://schemas.openxmlformats.org/officeDocument/2006/relationships/slideLayout" Target="/ppt/slideLayouts/slideLayout1.xml" Id="R19c86583db824b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c86583db824b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c2bd574094467" /><Relationship Type="http://schemas.openxmlformats.org/officeDocument/2006/relationships/notesSlide" Target="/ppt/notesSlides/notesSlide1.xml" Id="Rf06927fe903b46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fbaf856f048db" /><Relationship Type="http://schemas.openxmlformats.org/officeDocument/2006/relationships/notesSlide" Target="/ppt/notesSlides/notesSlide2.xml" Id="R47f3a658ffcb48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347da9ebb4600" /><Relationship Type="http://schemas.openxmlformats.org/officeDocument/2006/relationships/notesSlide" Target="/ppt/notesSlides/notesSlide3.xml" Id="Rdf96a46ccee848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ea4551aa54915" /><Relationship Type="http://schemas.openxmlformats.org/officeDocument/2006/relationships/notesSlide" Target="/ppt/notesSlides/notesSlide4.xml" Id="R3064ebb268734e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a0b86438c4464" /><Relationship Type="http://schemas.openxmlformats.org/officeDocument/2006/relationships/notesSlide" Target="/ppt/notesSlides/notesSlide5.xml" Id="R07f1d94501c747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cd2253e7c41ad" /><Relationship Type="http://schemas.openxmlformats.org/officeDocument/2006/relationships/notesSlide" Target="/ppt/notesSlides/notesSlide6.xml" Id="R5d194b2771a749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0a5ba22754913" /><Relationship Type="http://schemas.openxmlformats.org/officeDocument/2006/relationships/notesSlide" Target="/ppt/notesSlides/notesSlide7.xml" Id="R63e4ed5793f641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7410c80a34707" /><Relationship Type="http://schemas.openxmlformats.org/officeDocument/2006/relationships/notesSlide" Target="/ppt/notesSlides/notesSlide8.xml" Id="R1c47d36dea0a43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bafb2a3cc4e47" /><Relationship Type="http://schemas.openxmlformats.org/officeDocument/2006/relationships/notesSlide" Target="/ppt/notesSlides/notesSlide9.xml" Id="R9fb50843d4384b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245784adf4a5f" /><Relationship Type="http://schemas.openxmlformats.org/officeDocument/2006/relationships/notesSlide" Target="/ppt/notesSlides/notesSlide10.xml" Id="R35c8db2cee7b40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074CB-F427-4850-9CC3-F261D140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PRESENTER /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822E4-EA4C-46BE-A5E7-2A602429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Goods, services, ideas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C4930-354D-4100-A9F9-7981941B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3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17159-EF9F-4638-8157-F998A77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C41A8-6FF5-4451-9DF3-5EE75E1D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“Left → middle → right: what does each customer get?”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A37F0-F0BE-4314-BF01-CC71913F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Think silently   2  Ask across the room   3  Reveal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5F274-6C57-49D0-91C5-E4AEF4D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Show the three-part scene; allow 20 seconds of silent thought; ask everyone to point or jot one category. Take two voices beyond the usual volunteers. Reveal the words only after answers. Then hand back to the SBTE for the Chapter 1 Create and Design assignment.</a:t>
            </a:r>
          </a:p>
        </p:txBody>
      </p:sp>
    </p:spTree>
    <p:extLst>
      <p:ext uri="{BB962C8B-B14F-4D97-AF65-F5344CB8AC3E}">
        <p14:creationId xmlns:p14="http://schemas.microsoft.com/office/powerpoint/2010/main" val="361071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B911E-D252-4881-96E6-912BCEF1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PRESENTER /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72C1F-DACC-4A4C-A49B-86750AD8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Before the 2.x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EB2C5-4347-4CAA-99FA-1B12E4FF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1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444F8-A7D1-4B4A-B9B7-0CA1439C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6B1AF-2CE1-4E3A-9795-ECC0A9F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“Open Word. Find one command from 2.1–2.4 using Search. Then return to your assessment instructions.”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8A592-8B13-4018-93D5-F0905314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Point to task   2  Pause and scan   3 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E3CF1-C741-4378-87B5-0B5C4A36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do not teach test steps; use the 1-minute Search reminder, then release to the 2.x assessment.</a:t>
            </a:r>
          </a:p>
        </p:txBody>
      </p:sp>
    </p:spTree>
    <p:extLst>
      <p:ext uri="{BB962C8B-B14F-4D97-AF65-F5344CB8AC3E}">
        <p14:creationId xmlns:p14="http://schemas.microsoft.com/office/powerpoint/2010/main" val="782212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A85C6-4756-4E55-94B1-4C5BBFC4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TUE 29 SEP  /  PRESENTER /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16D0C-E266-4449-8D6B-936E1A1F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One function, one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AE8D4-F578-4BD9-834B-4B6F853B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4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0B3BD-A24D-465C-931E-9DEAB509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5F48C-08B6-4A25-92C2-F818097A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“Which marketing function is happening here? What job does it do?”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057F3-2349-4C5B-AE62-9522C728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Think silently   2  Ask across the room   3  Reveal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FCBAB-22EC-4E38-BF40-6E53486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image first. Ask for the action, then name the function. Ask one student to state its purpose in a sentence. Use this to launch Listen and Speak only if the SBTE confirms the function-selection method and work time.</a:t>
            </a:r>
          </a:p>
        </p:txBody>
      </p:sp>
    </p:spTree>
    <p:extLst>
      <p:ext uri="{BB962C8B-B14F-4D97-AF65-F5344CB8AC3E}">
        <p14:creationId xmlns:p14="http://schemas.microsoft.com/office/powerpoint/2010/main" val="1569513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CE01C-AEDA-45A8-9288-DF72CAB1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TUE 29 SEP  /  PRESENTER /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61235-0CBB-439F-8392-4281E99F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Start Word 3.x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1B50E-5FF7-4C12-8FC8-15141E2D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2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1266B-81E3-47EB-8BBF-BC712C10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8243-C15B-4E94-84C9-6F3ED2C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“Read the instruction first. Highlight the action verb. Find that command in Word before changing the document.”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C6263-E725-47E9-9CAE-80236108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Point to task   2  Pause and scan   3 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DD7CD-48F5-4E43-914D-6E15D2A1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model only the read-find-check routine, not an unverified 3.x step.</a:t>
            </a:r>
          </a:p>
        </p:txBody>
      </p:sp>
    </p:spTree>
    <p:extLst>
      <p:ext uri="{BB962C8B-B14F-4D97-AF65-F5344CB8AC3E}">
        <p14:creationId xmlns:p14="http://schemas.microsoft.com/office/powerpoint/2010/main" val="1223892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1A3CC-0886-47B6-AAC3-6F0065C0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WED 30 SEP  /  PRESENTER /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F5639-1636-427F-8C8E-8EA76555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Function and marketing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ED252-3A0D-41DA-AFAC-EEC046F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4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461A3-DE1F-47FA-A1D3-BCE99185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A4B47-F547-4412-AFBA-A8F0B99C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“How could this choice satisfy a customer want and help the business earn a profit?”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01BFF-2D76-4ECC-9904-05B18AE9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Think silently   2  Ask across the room   3  Reveal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943C9-09EC-4037-96A2-0FD44C5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Start with the customer evidence in the image. Ask for a want, not an invented need. Invite written or spoken responses. Reveal the term, then connect to the rubric’s second content requirement.</a:t>
            </a:r>
          </a:p>
        </p:txBody>
      </p:sp>
    </p:spTree>
    <p:extLst>
      <p:ext uri="{BB962C8B-B14F-4D97-AF65-F5344CB8AC3E}">
        <p14:creationId xmlns:p14="http://schemas.microsoft.com/office/powerpoint/2010/main" val="892827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D9AF9-8624-4345-99C1-CBF17646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WED 30 SEP  /  PRESENTER /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01DB-BEA4-45C8-AEE9-BD34AC3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Word 3.x: spot the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C8B89-7C4B-4C02-B27A-97608187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2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802D3-3CA1-4F0F-A958-5F59D074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9D0D2-5733-4E22-A2BE-D78B1998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“What must the finished document look like? Point to the instruction that tells you.”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79AD7-84CF-450F-A7A2-2517F140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Point to task   2  Pause and scan   3 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3464B-C50F-4738-880B-45DA728D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have students locate a target in their live directions; no fabricated page number.</a:t>
            </a:r>
          </a:p>
        </p:txBody>
      </p:sp>
    </p:spTree>
    <p:extLst>
      <p:ext uri="{BB962C8B-B14F-4D97-AF65-F5344CB8AC3E}">
        <p14:creationId xmlns:p14="http://schemas.microsoft.com/office/powerpoint/2010/main" val="1935798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CC441-6733-4E4A-8F6F-879CE51D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THU 1 OCT  /  PRESENTER /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4152D-6E49-44F8-9696-267F3B12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A specific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8215E-6D83-42CE-83CF-5A14D3CD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4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F11A9-47F1-4DD7-AC01-D58A34B0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D5312-C1F0-46DA-8F8C-07773584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“Name one action this business could take. How does that show the function?”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11AB2-8EFB-401A-8071-E66A0C96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Think silently   2  Ask across the room   3  Reveal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90819-EE47-4AA9-BEED-B6F2A33A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Use the scene to elicit a specific example. Ask “what did the business do?” and “why is that this function?” Let students point, write, or speak; reveal after response.</a:t>
            </a:r>
          </a:p>
        </p:txBody>
      </p:sp>
    </p:spTree>
    <p:extLst>
      <p:ext uri="{BB962C8B-B14F-4D97-AF65-F5344CB8AC3E}">
        <p14:creationId xmlns:p14="http://schemas.microsoft.com/office/powerpoint/2010/main" val="1455562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416BB-AA62-4CE4-AD5B-39EAA1DC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THU 1 OCT  /  PRESENTER /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4D116-1B2D-4013-A1E5-134FF7BD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Word 3.x: troubleshoot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0B3B7-6FA5-4C17-B591-EA76ADE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2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A1540-019F-478C-870C-461FE47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49BC5-B0BF-4BAD-9B36-1D26F73E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“A command is missing from the pictured menu. What will you search for?”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0C6FE-5A34-480A-9B8D-6BCFD759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Point to task   2  Pause and scan   3 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6ACFE-B754-4FDD-B74D-4BB12DC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use the documented 2.x mismatch as a general workplace troubleshooting routine, not as a claim that 3.x has the same issue.</a:t>
            </a:r>
          </a:p>
        </p:txBody>
      </p:sp>
    </p:spTree>
    <p:extLst>
      <p:ext uri="{BB962C8B-B14F-4D97-AF65-F5344CB8AC3E}">
        <p14:creationId xmlns:p14="http://schemas.microsoft.com/office/powerpoint/2010/main" val="789937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BFF63-C62C-4885-BC4D-72EC3575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FRI 2 OCT  /  PRESENTER /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83A48-5B78-45BF-A95D-F6FB9FB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Explain it in one minute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48A90-FA3B-49EA-AD85-04DB8263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5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81344-999F-4E9A-BCDD-C7C0BC53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58C19-5056-4138-9B9E-797536F6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“Function → purpose → marketing concept → example. Which link needs more work?”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98098-8F38-42CE-85F0-09A622C2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Think silently   2  Ask across the room   3  Reveal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8AE2D-01E7-49A9-B1DC-7E6464B2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use a short rehearsal, not a graded presentation. Students may use notes; invite a partner or private written check. Do not announce presentations or due dates without live SBTE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35645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70184-03AC-4E7C-B52E-61FDFAAD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FRI 2 OCT  /  PRESENTER /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00561-6352-4E9D-AB9D-A85E9F5A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Word 3.x: check and continue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A593-722A-4A27-B145-1658748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2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9F845-5C6D-426E-A22D-1870B65A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FD69A-BA83-43CD-A225-ABFD244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“Find one result you are confident in and one step you want to verify.”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49B6F-79BC-4702-98E0-7FAEE31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Point to task   2  Pause and scan   3 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AA831-D760-4E18-8A38-69594E2E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quick independent check and precise-help request.</a:t>
            </a:r>
          </a:p>
        </p:txBody>
      </p:sp>
    </p:spTree>
    <p:extLst>
      <p:ext uri="{BB962C8B-B14F-4D97-AF65-F5344CB8AC3E}">
        <p14:creationId xmlns:p14="http://schemas.microsoft.com/office/powerpoint/2010/main" val="2052878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2026-09-28T05:40:35.0020000Z</dcterms:created>
  <dcterms:modified xsi:type="dcterms:W3CDTF">2026-09-28T05:40:35.0020000Z</dcterms:modified>
</coreProperties>
</file>
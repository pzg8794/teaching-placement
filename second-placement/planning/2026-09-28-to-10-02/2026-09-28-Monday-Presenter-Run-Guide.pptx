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6607063d42498f" /><Relationship Type="http://schemas.openxmlformats.org/officeDocument/2006/relationships/extended-properties" Target="/docProps/app.xml" Id="Rebe3de14cae340e9" /><Relationship Type="http://schemas.openxmlformats.org/officeDocument/2006/relationships/officeDocument" Target="/ppt/presentation.xml" Id="Ra7b0ac8f87f14a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cf5e4ede3c4928"/>
  </p:sldMasterIdLst>
  <p:notesMasterIdLst>
    <p:notesMasterId xmlns:r="http://schemas.openxmlformats.org/officeDocument/2006/relationships" r:id="Rca10ad311b7e4c89"/>
  </p:notesMasterIdLst>
  <p:sldIdLst>
    <p:sldId xmlns:r="http://schemas.openxmlformats.org/officeDocument/2006/relationships" id="256" r:id="R422632007d9448e4"/>
    <p:sldId xmlns:r="http://schemas.openxmlformats.org/officeDocument/2006/relationships" id="257" r:id="R3e13d926e31c405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b907e967894dc9" /><Relationship Type="http://schemas.openxmlformats.org/officeDocument/2006/relationships/slideMaster" Target="/ppt/slideMasters/slideMaster1.xml" Id="R80cf5e4ede3c4928" /><Relationship Type="http://schemas.openxmlformats.org/officeDocument/2006/relationships/notesMaster" Target="/ppt/notesMasters/notesMaster1.xml" Id="Rca10ad311b7e4c89" /><Relationship Type="http://schemas.openxmlformats.org/officeDocument/2006/relationships/presProps" Target="/ppt/presProps.xml" Id="R0f99585a11724328" /><Relationship Type="http://schemas.openxmlformats.org/officeDocument/2006/relationships/tableStyles" Target="/ppt/tableStyles.xml" Id="R5bfae05b145542d3" /><Relationship Type="http://schemas.openxmlformats.org/officeDocument/2006/relationships/slide" Target="/ppt/slides/slide1.xml" Id="R422632007d9448e4" /><Relationship Type="http://schemas.openxmlformats.org/officeDocument/2006/relationships/slide" Target="/ppt/slides/slide2.xml" Id="R3e13d926e31c40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f94d7585c247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ef938c861d4c9b" /><Relationship Type="http://schemas.openxmlformats.org/officeDocument/2006/relationships/notesMaster" Target="/ppt/notesMasters/notesMaster1.xml" Id="R325569da5ab34b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2668cfd2414347" /><Relationship Type="http://schemas.openxmlformats.org/officeDocument/2006/relationships/notesMaster" Target="/ppt/notesMasters/notesMaster1.xml" Id="Rcc35fcc3235f48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route: Marketing: Show the three-part scene; allow 20 seconds of silent thought; ask everyone to point or jot one category. Take two voices beyond the usual volunteers. Reveal the words only after answers. Then hand back to the SBTE for the Chapter 1 Create and Design assignment. Word: do not teach test steps; use the 1-minute Search reminder, then release to the 2.x assessment.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SBTE’s assessment/lesson primary. If a menu looks different, search the command name. Check the result before submitting.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46678383c74c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250e3658fd47b5" /><Relationship Type="http://schemas.openxmlformats.org/officeDocument/2006/relationships/slideLayout" Target="/ppt/slideLayouts/slideLayout1.xml" Id="R6fa11e28ed1a44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a11e28ed1a44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abf39a5e224f73" /><Relationship Type="http://schemas.openxmlformats.org/officeDocument/2006/relationships/notesSlide" Target="/ppt/notesSlides/notesSlide1.xml" Id="R4ff5ed6ffc4440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81f25a7f9f459a" /><Relationship Type="http://schemas.openxmlformats.org/officeDocument/2006/relationships/notesSlide" Target="/ppt/notesSlides/notesSlide2.xml" Id="R2ece8526874c407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F190E6-A7EC-4893-9AC9-18BB3347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E81"/>
                </a:solidFill>
                <a:latin typeface="Aptos"/>
                <a:ea typeface="Aptos"/>
                <a:cs typeface="Aptos"/>
              </a:rPr>
              <a:t>MON 28 SEP  /  PRESENTER / MARKETING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7D67A7-1BB7-4DA8-B4AE-EEF7AD25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A3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42A3A"/>
                </a:solidFill>
                <a:latin typeface="Aptos"/>
                <a:ea typeface="Aptos"/>
                <a:cs typeface="Aptos"/>
              </a:rPr>
              <a:t>Goods, services, ideas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1D344C-084E-4175-9370-BAC4174F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693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C86932"/>
                </a:solidFill>
                <a:latin typeface="Aptos"/>
                <a:ea typeface="Aptos"/>
                <a:cs typeface="Aptos"/>
              </a:rPr>
              <a:t>TIME: 3 min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302412-32BB-4D5F-A483-B520A13A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E8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87E81"/>
                </a:solidFill>
                <a:latin typeface="Aptos"/>
                <a:ea typeface="Aptos"/>
                <a:cs typeface="Aptos"/>
              </a:rPr>
              <a:t>SAY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9C2B81-6670-456C-84B9-EE9258AF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57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42A3A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142A3A"/>
                </a:solidFill>
                <a:latin typeface="Aptos"/>
                <a:ea typeface="Aptos"/>
                <a:cs typeface="Aptos"/>
              </a:rPr>
              <a:t>“Left → middle → right: what does each customer get?”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F3FD12-9AE2-4FDF-ADF1-FAE15578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529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E8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87E81"/>
                </a:solidFill>
                <a:latin typeface="Aptos"/>
                <a:ea typeface="Aptos"/>
                <a:cs typeface="Aptos"/>
              </a:rPr>
              <a:t>DO  ·  1  Think silently   2  Ask across the room   3  Reveal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7A9985-DFFF-418C-9540-F8A289D1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67300"/>
            <a:ext cx="1057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6576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65765"/>
                </a:solidFill>
                <a:latin typeface="Aptos"/>
                <a:ea typeface="Aptos"/>
                <a:cs typeface="Aptos"/>
              </a:rPr>
              <a:t>Show the three-part scene; allow 20 seconds of silent thought; ask everyone to point or jot one category. Take two voices beyond the usual volunteers. Reveal the words only after answers. Then hand back to the SBTE for the Chapter 1 Create and Design assignment.</a:t>
            </a:r>
          </a:p>
        </p:txBody>
      </p:sp>
    </p:spTree>
    <p:extLst>
      <p:ext uri="{BB962C8B-B14F-4D97-AF65-F5344CB8AC3E}">
        <p14:creationId xmlns:p14="http://schemas.microsoft.com/office/powerpoint/2010/main" val="8017846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CB4D47-9B74-4666-BF8A-FA356F38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E81"/>
                </a:solidFill>
                <a:latin typeface="Aptos"/>
                <a:ea typeface="Aptos"/>
                <a:cs typeface="Aptos"/>
              </a:rPr>
              <a:t>MON 28 SEP  /  PRESENTER / WORD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2F251A-D08F-4B52-A067-E5AD7146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A3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42A3A"/>
                </a:solidFill>
                <a:latin typeface="Aptos"/>
                <a:ea typeface="Aptos"/>
                <a:cs typeface="Aptos"/>
              </a:rPr>
              <a:t>Before the 2.x assessment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A357AF-7F61-427A-8DB9-EE14173B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693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C86932"/>
                </a:solidFill>
                <a:latin typeface="Aptos"/>
                <a:ea typeface="Aptos"/>
                <a:cs typeface="Aptos"/>
              </a:rPr>
              <a:t>TIME: 1 min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6C6C63-043F-4D57-89E3-16113A1F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E8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87E81"/>
                </a:solidFill>
                <a:latin typeface="Aptos"/>
                <a:ea typeface="Aptos"/>
                <a:cs typeface="Aptos"/>
              </a:rPr>
              <a:t>SAY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E79F6D-A92E-460F-A46B-1845F8312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572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A3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42A3A"/>
                </a:solidFill>
                <a:latin typeface="Aptos"/>
                <a:ea typeface="Aptos"/>
                <a:cs typeface="Aptos"/>
              </a:rPr>
              <a:t>“Open Word. Find one command from 2.1–2.4 using Search. Then return to your assessment instructions.”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946BE8-764F-4C84-A40E-F7C063B1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529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E8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87E81"/>
                </a:solidFill>
                <a:latin typeface="Aptos"/>
                <a:ea typeface="Aptos"/>
                <a:cs typeface="Aptos"/>
              </a:rPr>
              <a:t>DO  ·  1  Point to task   2  Pause and scan   3  Release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DEE352-1C8F-4B1B-B93D-9F70E5EAC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67300"/>
            <a:ext cx="1057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6576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65765"/>
                </a:solidFill>
                <a:latin typeface="Aptos"/>
                <a:ea typeface="Aptos"/>
                <a:cs typeface="Aptos"/>
              </a:rPr>
              <a:t>do not teach test steps; use the 1-minute Search reminder, then release to the 2.x assessment.</a:t>
            </a:r>
          </a:p>
        </p:txBody>
      </p:sp>
    </p:spTree>
    <p:extLst>
      <p:ext uri="{BB962C8B-B14F-4D97-AF65-F5344CB8AC3E}">
        <p14:creationId xmlns:p14="http://schemas.microsoft.com/office/powerpoint/2010/main" val="16190104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2026-09-28T05:40:35.4200000Z</dcterms:created>
  <dcterms:modified xsi:type="dcterms:W3CDTF">2026-09-28T05:40:35.4200000Z</dcterms:modified>
</coreProperties>
</file>
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90df530a564acf" /><Relationship Type="http://schemas.openxmlformats.org/officeDocument/2006/relationships/extended-properties" Target="/docProps/app.xml" Id="R8adf52f8d2604dcc" /><Relationship Type="http://schemas.openxmlformats.org/officeDocument/2006/relationships/officeDocument" Target="/ppt/presentation.xml" Id="R711e70ef64044b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bdbdb2b47d46df"/>
  </p:sldMasterIdLst>
  <p:notesMasterIdLst>
    <p:notesMasterId xmlns:r="http://schemas.openxmlformats.org/officeDocument/2006/relationships" r:id="R3df1ae56cdf4436d"/>
  </p:notesMasterIdLst>
  <p:sldIdLst>
    <p:sldId xmlns:r="http://schemas.openxmlformats.org/officeDocument/2006/relationships" id="256" r:id="Rb6a22de720a14c6c"/>
    <p:sldId xmlns:r="http://schemas.openxmlformats.org/officeDocument/2006/relationships" id="257" r:id="Ra64e7acc894043a3"/>
    <p:sldId xmlns:r="http://schemas.openxmlformats.org/officeDocument/2006/relationships" id="258" r:id="R0a14a7a35baa42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7e7d1d77934e09" /><Relationship Type="http://schemas.openxmlformats.org/officeDocument/2006/relationships/slideMaster" Target="/ppt/slideMasters/slideMaster1.xml" Id="R26bdbdb2b47d46df" /><Relationship Type="http://schemas.openxmlformats.org/officeDocument/2006/relationships/notesMaster" Target="/ppt/notesMasters/notesMaster1.xml" Id="R3df1ae56cdf4436d" /><Relationship Type="http://schemas.openxmlformats.org/officeDocument/2006/relationships/presProps" Target="/ppt/presProps.xml" Id="R8c06cf633f904b7c" /><Relationship Type="http://schemas.openxmlformats.org/officeDocument/2006/relationships/tableStyles" Target="/ppt/tableStyles.xml" Id="R9143eda3fe0e46b2" /><Relationship Type="http://schemas.openxmlformats.org/officeDocument/2006/relationships/slide" Target="/ppt/slides/slide1.xml" Id="Rb6a22de720a14c6c" /><Relationship Type="http://schemas.openxmlformats.org/officeDocument/2006/relationships/slide" Target="/ppt/slides/slide2.xml" Id="Ra64e7acc894043a3" /><Relationship Type="http://schemas.openxmlformats.org/officeDocument/2006/relationships/slide" Target="/ppt/slides/slide3.xml" Id="R0a14a7a35baa42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3b649a61ce4a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b80dc1f8e34088" /><Relationship Type="http://schemas.openxmlformats.org/officeDocument/2006/relationships/notesMaster" Target="/ppt/notesMasters/notesMaster1.xml" Id="R79559ce90a374a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4f84f3ae7f4044" /><Relationship Type="http://schemas.openxmlformats.org/officeDocument/2006/relationships/notesMaster" Target="/ppt/notesMasters/notesMaster1.xml" Id="R2ec38be94b8348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861832816b4b1e" /><Relationship Type="http://schemas.openxmlformats.org/officeDocument/2006/relationships/notesMaster" Target="/ppt/notesMasters/notesMaster1.xml" Id="R365c2165dcd447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Withhold the vocabulary. Give quiet think time, then sample across the room.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only after students give a term and evidence. This staged slide is the click-controlled answer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a menu looks different, search the command name. Check the result before submitting. Keep this brief; follow the SBTE’s current Word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b83608a5644c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fc80978f3a4c13" /><Relationship Type="http://schemas.openxmlformats.org/officeDocument/2006/relationships/slideLayout" Target="/ppt/slideLayouts/slideLayout1.xml" Id="R70de6411dac44c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de6411dac44c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c2257084a4d13" /><Relationship Type="http://schemas.openxmlformats.org/officeDocument/2006/relationships/image" Target="/ppt/media/image.png" Id="Rff2d5ab2a0c34270" /><Relationship Type="http://schemas.openxmlformats.org/officeDocument/2006/relationships/notesSlide" Target="/ppt/notesSlides/notesSlide1.xml" Id="R9baf6d01d98948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8f75f390c435c" /><Relationship Type="http://schemas.openxmlformats.org/officeDocument/2006/relationships/image" Target="/ppt/media/image2.png" Id="Rab304ffe80634b69" /><Relationship Type="http://schemas.openxmlformats.org/officeDocument/2006/relationships/notesSlide" Target="/ppt/notesSlides/notesSlide2.xml" Id="R3193ad0c7ab147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0870549c524765" /><Relationship Type="http://schemas.openxmlformats.org/officeDocument/2006/relationships/notesSlide" Target="/ppt/notesSlides/notesSlide3.xml" Id="R5106fcfe92e14b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2841B-0282-4562-AC80-5CE11C72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MON 28 SEP  /  MARKETING / DISPLAY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83A122-F182-4A1C-A592-0EE7A1A4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Goods, services, ideas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2d5ab2a0c34270"/>
          <a:srcRect xmlns:a="http://schemas.openxmlformats.org/drawingml/2006/main" l="10315" t="0" r="103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666875"/>
            <a:ext cx="523875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4E940-DC3F-4F13-AF46-E50EF880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000625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Left → middle → right: what does each customer get?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90E9E2-D548-4181-9B4D-A426CA61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53000"/>
            <a:ext cx="504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LOOK  →  SAY  →  EXPLAIN</a:t>
            </a:r>
          </a:p>
        </p:txBody>
      </p:sp>
    </p:spTree>
    <p:extLst>
      <p:ext uri="{BB962C8B-B14F-4D97-AF65-F5344CB8AC3E}">
        <p14:creationId xmlns:p14="http://schemas.microsoft.com/office/powerpoint/2010/main" val="2616875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06825A-A842-4B95-8F75-509B522C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MON 28 SEP  /  MARKETING / REVEAL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C9875E-EACE-4040-B92F-148D00F4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Goods, services, ideas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304ffe80634b69"/>
          <a:srcRect xmlns:a="http://schemas.openxmlformats.org/drawingml/2006/main" l="10315" t="0" r="103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666875"/>
            <a:ext cx="523875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DF860E-6DEA-455F-B650-6F684A4F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0006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8693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C86932"/>
                </a:solidFill>
                <a:latin typeface="Aptos"/>
                <a:ea typeface="Aptos"/>
                <a:cs typeface="Aptos"/>
              </a:rPr>
              <a:t>GOOD     SERVICE     IDEA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1B478-2DE5-43BB-A366-CBC16669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0000"/>
            <a:ext cx="5000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42A3A"/>
                </a:solidFill>
                <a:latin typeface="Aptos"/>
                <a:ea typeface="Aptos"/>
                <a:cs typeface="Aptos"/>
              </a:rPr>
              <a:t>Shoes = good. Car wash = service. Recycling campaign = idea.</a:t>
            </a:r>
          </a:p>
        </p:txBody>
      </p:sp>
    </p:spTree>
    <p:extLst>
      <p:ext uri="{BB962C8B-B14F-4D97-AF65-F5344CB8AC3E}">
        <p14:creationId xmlns:p14="http://schemas.microsoft.com/office/powerpoint/2010/main" val="10669828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E18CFF-0939-4574-9D5A-FAF3F170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MON 28 SEP  /  WORD / DISPLAY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82C89-19ED-48C4-B91F-41AE8807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Before the 2.x assessment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B2C645-8A34-46E7-BF02-92C7C8F1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572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A3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A3A"/>
                </a:solidFill>
                <a:latin typeface="Aptos"/>
                <a:ea typeface="Aptos"/>
                <a:cs typeface="Aptos"/>
              </a:rPr>
              <a:t>Open Word. Find one command from 2.1–2.4 using Search. Then return to your assessment instructions.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68718-1215-43D8-87AE-2B8B05A6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E8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87E81"/>
                </a:solidFill>
                <a:latin typeface="Aptos"/>
                <a:ea typeface="Aptos"/>
                <a:cs typeface="Aptos"/>
              </a:rPr>
              <a:t>READ THE TASK  →  FIND THE COMMAND  →  CHECK THE RESULT</a:t>
            </a:r>
          </a:p>
        </p:txBody>
      </p:sp>
    </p:spTree>
    <p:extLst>
      <p:ext uri="{BB962C8B-B14F-4D97-AF65-F5344CB8AC3E}">
        <p14:creationId xmlns:p14="http://schemas.microsoft.com/office/powerpoint/2010/main" val="859165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2026-09-28T05:40:35.1400000Z</dcterms:created>
  <dcterms:modified xsi:type="dcterms:W3CDTF">2026-09-28T05:40:35.1400000Z</dcterms:modified>
</coreProperties>
</file>
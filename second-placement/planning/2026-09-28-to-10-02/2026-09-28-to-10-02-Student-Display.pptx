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38ed8f68af4120" /><Relationship Type="http://schemas.openxmlformats.org/officeDocument/2006/relationships/extended-properties" Target="/docProps/app.xml" Id="Rda0670916a8f4b15" /><Relationship Type="http://schemas.openxmlformats.org/officeDocument/2006/relationships/officeDocument" Target="/ppt/presentation.xml" Id="R24c3407b239241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8e50d5f0ca445a"/>
  </p:sldMasterIdLst>
  <p:notesMasterIdLst>
    <p:notesMasterId xmlns:r="http://schemas.openxmlformats.org/officeDocument/2006/relationships" r:id="R604258f402d34fab"/>
  </p:notesMasterIdLst>
  <p:sldIdLst>
    <p:sldId xmlns:r="http://schemas.openxmlformats.org/officeDocument/2006/relationships" id="256" r:id="R210212de63e14c18"/>
    <p:sldId xmlns:r="http://schemas.openxmlformats.org/officeDocument/2006/relationships" id="257" r:id="Ra122c3feddd949f5"/>
    <p:sldId xmlns:r="http://schemas.openxmlformats.org/officeDocument/2006/relationships" id="258" r:id="R3643348f2b814da5"/>
    <p:sldId xmlns:r="http://schemas.openxmlformats.org/officeDocument/2006/relationships" id="259" r:id="Rdd37c08e7d904450"/>
    <p:sldId xmlns:r="http://schemas.openxmlformats.org/officeDocument/2006/relationships" id="260" r:id="Rbd34637e1da44de9"/>
    <p:sldId xmlns:r="http://schemas.openxmlformats.org/officeDocument/2006/relationships" id="261" r:id="R32e3799618ec4699"/>
    <p:sldId xmlns:r="http://schemas.openxmlformats.org/officeDocument/2006/relationships" id="262" r:id="R63216688cb994fa6"/>
    <p:sldId xmlns:r="http://schemas.openxmlformats.org/officeDocument/2006/relationships" id="263" r:id="Rec36eb59d51c4276"/>
    <p:sldId xmlns:r="http://schemas.openxmlformats.org/officeDocument/2006/relationships" id="264" r:id="Rd7dcd3653afa4e96"/>
    <p:sldId xmlns:r="http://schemas.openxmlformats.org/officeDocument/2006/relationships" id="265" r:id="R3be13ed582e04999"/>
    <p:sldId xmlns:r="http://schemas.openxmlformats.org/officeDocument/2006/relationships" id="266" r:id="R8c3ffb88737c46ec"/>
    <p:sldId xmlns:r="http://schemas.openxmlformats.org/officeDocument/2006/relationships" id="267" r:id="R644df3af10db4115"/>
    <p:sldId xmlns:r="http://schemas.openxmlformats.org/officeDocument/2006/relationships" id="268" r:id="R36d069e0dc724c92"/>
    <p:sldId xmlns:r="http://schemas.openxmlformats.org/officeDocument/2006/relationships" id="269" r:id="R5210ffb279994743"/>
    <p:sldId xmlns:r="http://schemas.openxmlformats.org/officeDocument/2006/relationships" id="270" r:id="R84f2e3e03352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c920a0a6c54630" /><Relationship Type="http://schemas.openxmlformats.org/officeDocument/2006/relationships/slideMaster" Target="/ppt/slideMasters/slideMaster1.xml" Id="R468e50d5f0ca445a" /><Relationship Type="http://schemas.openxmlformats.org/officeDocument/2006/relationships/notesMaster" Target="/ppt/notesMasters/notesMaster1.xml" Id="R604258f402d34fab" /><Relationship Type="http://schemas.openxmlformats.org/officeDocument/2006/relationships/presProps" Target="/ppt/presProps.xml" Id="R553d91e5abf8495b" /><Relationship Type="http://schemas.openxmlformats.org/officeDocument/2006/relationships/tableStyles" Target="/ppt/tableStyles.xml" Id="R2d2cd9ca3cc84583" /><Relationship Type="http://schemas.openxmlformats.org/officeDocument/2006/relationships/slide" Target="/ppt/slides/slide1.xml" Id="R210212de63e14c18" /><Relationship Type="http://schemas.openxmlformats.org/officeDocument/2006/relationships/slide" Target="/ppt/slides/slide2.xml" Id="Ra122c3feddd949f5" /><Relationship Type="http://schemas.openxmlformats.org/officeDocument/2006/relationships/slide" Target="/ppt/slides/slide3.xml" Id="R3643348f2b814da5" /><Relationship Type="http://schemas.openxmlformats.org/officeDocument/2006/relationships/slide" Target="/ppt/slides/slide4.xml" Id="Rdd37c08e7d904450" /><Relationship Type="http://schemas.openxmlformats.org/officeDocument/2006/relationships/slide" Target="/ppt/slides/slide5.xml" Id="Rbd34637e1da44de9" /><Relationship Type="http://schemas.openxmlformats.org/officeDocument/2006/relationships/slide" Target="/ppt/slides/slide6.xml" Id="R32e3799618ec4699" /><Relationship Type="http://schemas.openxmlformats.org/officeDocument/2006/relationships/slide" Target="/ppt/slides/slide7.xml" Id="R63216688cb994fa6" /><Relationship Type="http://schemas.openxmlformats.org/officeDocument/2006/relationships/slide" Target="/ppt/slides/slide8.xml" Id="Rec36eb59d51c4276" /><Relationship Type="http://schemas.openxmlformats.org/officeDocument/2006/relationships/slide" Target="/ppt/slides/slide9.xml" Id="Rd7dcd3653afa4e96" /><Relationship Type="http://schemas.openxmlformats.org/officeDocument/2006/relationships/slide" Target="/ppt/slides/slide10.xml" Id="R3be13ed582e04999" /><Relationship Type="http://schemas.openxmlformats.org/officeDocument/2006/relationships/slide" Target="/ppt/slides/slide11.xml" Id="R8c3ffb88737c46ec" /><Relationship Type="http://schemas.openxmlformats.org/officeDocument/2006/relationships/slide" Target="/ppt/slides/slide12.xml" Id="R644df3af10db4115" /><Relationship Type="http://schemas.openxmlformats.org/officeDocument/2006/relationships/slide" Target="/ppt/slides/slide13.xml" Id="R36d069e0dc724c92" /><Relationship Type="http://schemas.openxmlformats.org/officeDocument/2006/relationships/slide" Target="/ppt/slides/slide14.xml" Id="R5210ffb279994743" /><Relationship Type="http://schemas.openxmlformats.org/officeDocument/2006/relationships/slide" Target="/ppt/slides/slide15.xml" Id="R84f2e3e03352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857c6d1cb2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612679dc24048" /><Relationship Type="http://schemas.openxmlformats.org/officeDocument/2006/relationships/notesMaster" Target="/ppt/notesMasters/notesMaster1.xml" Id="R49707ab79fa744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71e7b699d94397" /><Relationship Type="http://schemas.openxmlformats.org/officeDocument/2006/relationships/notesMaster" Target="/ppt/notesMasters/notesMaster1.xml" Id="R949e7d5921d74c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34edf933674413" /><Relationship Type="http://schemas.openxmlformats.org/officeDocument/2006/relationships/notesMaster" Target="/ppt/notesMasters/notesMaster1.xml" Id="Rfb6fb10174a047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7e8bbcc9214dda" /><Relationship Type="http://schemas.openxmlformats.org/officeDocument/2006/relationships/notesMaster" Target="/ppt/notesMasters/notesMaster1.xml" Id="Rb628db4c24d5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3d50ecff54981" /><Relationship Type="http://schemas.openxmlformats.org/officeDocument/2006/relationships/notesMaster" Target="/ppt/notesMasters/notesMaster1.xml" Id="R3ccaf314e35d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9100855e8c4b42" /><Relationship Type="http://schemas.openxmlformats.org/officeDocument/2006/relationships/notesMaster" Target="/ppt/notesMasters/notesMaster1.xml" Id="R64ab408c118e4f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5ee3eab274ecb" /><Relationship Type="http://schemas.openxmlformats.org/officeDocument/2006/relationships/notesMaster" Target="/ppt/notesMasters/notesMaster1.xml" Id="Rd634425ceb4c41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4320118ce049b2" /><Relationship Type="http://schemas.openxmlformats.org/officeDocument/2006/relationships/notesMaster" Target="/ppt/notesMasters/notesMaster1.xml" Id="Rb4b73afcf4df42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4315d74dd248dc" /><Relationship Type="http://schemas.openxmlformats.org/officeDocument/2006/relationships/notesMaster" Target="/ppt/notesMasters/notesMaster1.xml" Id="R868b2844760f4b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6742de0f714be6" /><Relationship Type="http://schemas.openxmlformats.org/officeDocument/2006/relationships/notesMaster" Target="/ppt/notesMasters/notesMaster1.xml" Id="R3ad05daa69e34a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dad009b6ef4b89" /><Relationship Type="http://schemas.openxmlformats.org/officeDocument/2006/relationships/notesMaster" Target="/ppt/notesMasters/notesMaster1.xml" Id="Re67582e7ad2a4c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9806e69cce495a" /><Relationship Type="http://schemas.openxmlformats.org/officeDocument/2006/relationships/notesMaster" Target="/ppt/notesMasters/notesMaster1.xml" Id="Rdd234d7460ba4c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7f537d33284dc7" /><Relationship Type="http://schemas.openxmlformats.org/officeDocument/2006/relationships/notesMaster" Target="/ppt/notesMasters/notesMaster1.xml" Id="R4bb4d08eea614e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40626481f049fa" /><Relationship Type="http://schemas.openxmlformats.org/officeDocument/2006/relationships/notesMaster" Target="/ppt/notesMasters/notesMaster1.xml" Id="Rdf3cfdb2742b4f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af79c2bd294079" /><Relationship Type="http://schemas.openxmlformats.org/officeDocument/2006/relationships/notesMaster" Target="/ppt/notesMasters/notesMaster1.xml" Id="Rd026c581070b4f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Withhold the vocabulary. Give quiet think time, then sample across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only after students give a term and evidence. This staged slide is the click-controlled answer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 menu looks different, search the command name. Check the result before submitting. Keep this brief; follow the SBTE’s current Word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Withhold the vocabulary. Give quiet think time, then sample across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only after students give a term and evidence. This staged slide is the click-controlled answer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action; locate the control; check the result. Keep this brief; follow the SBTE’s current Word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Withhold the vocabulary. Give quiet think time, then sample across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only after students give a term and evidence. This staged slide is the click-controlled answer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your document with the stated target before moving on. Keep this brief; follow the SBTE’s current Word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Withhold the vocabulary. Give quiet think time, then sample across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only after students give a term and evidence. This staged slide is the click-controlled answer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Search by task name, inspect the result, then ask if the output still differs. Keep this brief; follow the SBTE’s current Word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Withhold the vocabulary. Give quiet think time, then sample across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only after students give a term and evidence. This staged slide is the click-controlled answer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evidence of both; use Search or ask a precise question. Keep this brief; follow the SBTE’s current Word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67fa0d4ac46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1d526179d4782" /><Relationship Type="http://schemas.openxmlformats.org/officeDocument/2006/relationships/slideLayout" Target="/ppt/slideLayouts/slideLayout1.xml" Id="R6c0f0175a9b947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f0175a9b947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da4a7d7984154" /><Relationship Type="http://schemas.openxmlformats.org/officeDocument/2006/relationships/image" Target="/ppt/media/image.png" Id="R5ead70079ffe491a" /><Relationship Type="http://schemas.openxmlformats.org/officeDocument/2006/relationships/notesSlide" Target="/ppt/notesSlides/notesSlide1.xml" Id="R2afadd0e1502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e7756fa9f446f" /><Relationship Type="http://schemas.openxmlformats.org/officeDocument/2006/relationships/image" Target="/ppt/media/image2.png" Id="Rfd5a85feadff45c5" /><Relationship Type="http://schemas.openxmlformats.org/officeDocument/2006/relationships/notesSlide" Target="/ppt/notesSlides/notesSlide2.xml" Id="Rc0273a3035f3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5e8e13ae44fc2" /><Relationship Type="http://schemas.openxmlformats.org/officeDocument/2006/relationships/notesSlide" Target="/ppt/notesSlides/notesSlide3.xml" Id="Rd136f24f10764c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3eb93ef85452a" /><Relationship Type="http://schemas.openxmlformats.org/officeDocument/2006/relationships/image" Target="/ppt/media/image3.png" Id="R3bf7c989c7194e17" /><Relationship Type="http://schemas.openxmlformats.org/officeDocument/2006/relationships/notesSlide" Target="/ppt/notesSlides/notesSlide4.xml" Id="Rcabb87edb2cd4c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be1ceb62541ec" /><Relationship Type="http://schemas.openxmlformats.org/officeDocument/2006/relationships/image" Target="/ppt/media/image4.png" Id="Ra7d0b83893a849f4" /><Relationship Type="http://schemas.openxmlformats.org/officeDocument/2006/relationships/notesSlide" Target="/ppt/notesSlides/notesSlide5.xml" Id="R87014b5b03ea49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03722c8434f16" /><Relationship Type="http://schemas.openxmlformats.org/officeDocument/2006/relationships/notesSlide" Target="/ppt/notesSlides/notesSlide6.xml" Id="R8a9fd7604e434e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56e5064574d8e" /><Relationship Type="http://schemas.openxmlformats.org/officeDocument/2006/relationships/image" Target="/ppt/media/image5.png" Id="R1705163bc2964189" /><Relationship Type="http://schemas.openxmlformats.org/officeDocument/2006/relationships/notesSlide" Target="/ppt/notesSlides/notesSlide7.xml" Id="Rd588c58792e046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3be6360614e03" /><Relationship Type="http://schemas.openxmlformats.org/officeDocument/2006/relationships/image" Target="/ppt/media/image6.png" Id="Rd7f1eeec20aa49f7" /><Relationship Type="http://schemas.openxmlformats.org/officeDocument/2006/relationships/notesSlide" Target="/ppt/notesSlides/notesSlide8.xml" Id="R680e6a25500a49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91e909ce4467" /><Relationship Type="http://schemas.openxmlformats.org/officeDocument/2006/relationships/notesSlide" Target="/ppt/notesSlides/notesSlide9.xml" Id="Rb4669264724a4d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0e79c360640f8" /><Relationship Type="http://schemas.openxmlformats.org/officeDocument/2006/relationships/image" Target="/ppt/media/image7.png" Id="R84488c36275943dd" /><Relationship Type="http://schemas.openxmlformats.org/officeDocument/2006/relationships/notesSlide" Target="/ppt/notesSlides/notesSlide10.xml" Id="Re0fb79f08e6243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f9c375cc24d8b" /><Relationship Type="http://schemas.openxmlformats.org/officeDocument/2006/relationships/image" Target="/ppt/media/image8.png" Id="Re496171500144497" /><Relationship Type="http://schemas.openxmlformats.org/officeDocument/2006/relationships/notesSlide" Target="/ppt/notesSlides/notesSlide11.xml" Id="R1625d7a4fc7a4b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d5d2ad2040a4" /><Relationship Type="http://schemas.openxmlformats.org/officeDocument/2006/relationships/notesSlide" Target="/ppt/notesSlides/notesSlide12.xml" Id="R8da71b916f3f4d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9705702eb41a1" /><Relationship Type="http://schemas.openxmlformats.org/officeDocument/2006/relationships/image" Target="/ppt/media/image9.png" Id="Rbcc1d252da3a4eed" /><Relationship Type="http://schemas.openxmlformats.org/officeDocument/2006/relationships/notesSlide" Target="/ppt/notesSlides/notesSlide13.xml" Id="R7f31cad1d57745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5dae071d451e" /><Relationship Type="http://schemas.openxmlformats.org/officeDocument/2006/relationships/image" Target="/ppt/media/image10.png" Id="R1b9f8703da7f4d0b" /><Relationship Type="http://schemas.openxmlformats.org/officeDocument/2006/relationships/notesSlide" Target="/ppt/notesSlides/notesSlide14.xml" Id="Rec948a33d42d4b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230a9fbd547dc" /><Relationship Type="http://schemas.openxmlformats.org/officeDocument/2006/relationships/notesSlide" Target="/ppt/notesSlides/notesSlide15.xml" Id="R957959561a8044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02FC0-D889-4FC3-9EF1-5E806677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MARKETING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C7447-3E73-4DC3-B1DB-176A280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Goods, services, ideas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d70079ffe491a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A26ED-6BE1-4DCA-A69A-24FF7A4F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Left → middle → right: what does each customer get?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4DF96-D597-4D68-9DCC-561B4DAE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LOOK  →  SAY  →  EXPLAIN</a:t>
            </a:r>
          </a:p>
        </p:txBody>
      </p:sp>
    </p:spTree>
    <p:extLst>
      <p:ext uri="{BB962C8B-B14F-4D97-AF65-F5344CB8AC3E}">
        <p14:creationId xmlns:p14="http://schemas.microsoft.com/office/powerpoint/2010/main" val="1001136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ABC17-2F80-4408-8452-64F009E6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MARKETING /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6E85F-D9E0-47BE-8A2B-9271146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Goods, services, ideas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a85feadff45c5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C30EF-258B-4ED2-A1A4-6B0DED45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GOOD     SERVICE    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F65F3-2A1C-4B61-B0BB-65C2281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42A3A"/>
                </a:solidFill>
                <a:latin typeface="Aptos"/>
                <a:ea typeface="Aptos"/>
                <a:cs typeface="Aptos"/>
              </a:rPr>
              <a:t>Shoes = good. Car wash = service. Recycling campaign = idea.</a:t>
            </a:r>
          </a:p>
        </p:txBody>
      </p:sp>
    </p:spTree>
    <p:extLst>
      <p:ext uri="{BB962C8B-B14F-4D97-AF65-F5344CB8AC3E}">
        <p14:creationId xmlns:p14="http://schemas.microsoft.com/office/powerpoint/2010/main" val="2083951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66E05-C5B3-43E4-9F53-2CB52A6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WORD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99D8F-BABF-47BB-A62D-F6AA382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Before the 2.x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88494-0F68-4CC0-9DCF-02F2A142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Open Word. Find one command from 2.1–2.4 using Search. Then return to your assessment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60A06-E312-4C16-9BD2-568DFDA5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READ THE TASK  →  FIND THE COMMAND  → 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1381946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40489-F5DE-4E61-AE9D-CDFA5EB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TUE 29 SEP  /  MARKETING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5D886-B0FA-4069-B2F0-53738781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One function, one purpose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7c989c7194e17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27145-05D0-4C3A-9931-E60F4AE6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Which marketing function is happening here? What job does it do?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5EE4B-6623-4283-BD1C-290D6AF3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LOOK  →  SAY  →  EXPLAIN</a:t>
            </a:r>
          </a:p>
        </p:txBody>
      </p:sp>
    </p:spTree>
    <p:extLst>
      <p:ext uri="{BB962C8B-B14F-4D97-AF65-F5344CB8AC3E}">
        <p14:creationId xmlns:p14="http://schemas.microsoft.com/office/powerpoint/2010/main" val="1315137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BD39C-C4C4-4C24-8526-8FA7B79F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TUE 29 SEP  /  MARKETING /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86EBA-91EA-4BBC-A5A7-771B5ED7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One function, one purpose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0b83893a849f4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189E2-2468-4798-B6CC-A8AA4667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MARKETING-INFORMATION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15D23-B823-416E-99D6-733E1CB8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42A3A"/>
                </a:solidFill>
                <a:latin typeface="Aptos"/>
                <a:ea typeface="Aptos"/>
                <a:cs typeface="Aptos"/>
              </a:rPr>
              <a:t>Feedback gives the business evidence for a decision.</a:t>
            </a:r>
          </a:p>
        </p:txBody>
      </p:sp>
    </p:spTree>
    <p:extLst>
      <p:ext uri="{BB962C8B-B14F-4D97-AF65-F5344CB8AC3E}">
        <p14:creationId xmlns:p14="http://schemas.microsoft.com/office/powerpoint/2010/main" val="1944985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FF8BF-B7AF-4C0D-9FD3-F00BA91B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TUE 29 SEP  /  WORD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2875C-0877-40B3-AFF5-8C8D4DE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Start Word 3.x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3F8EE-08E2-4D23-92E0-B9A4F1D9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Read the instruction first. Highlight the action verb. Find that command in Word before changing the document.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A9303-D8D2-4D65-A31C-FA560C6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READ THE TASK  →  FIND THE COMMAND  → 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1244657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B4EFF-13BD-4622-9401-C2F11827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WED 30 SEP  /  MARKETING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4930E-C295-4C7C-BBD2-16306830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Function and marketing concept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5163bc2964189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CB03-8E96-4313-BD23-1DD66647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How could this choice satisfy a customer want and help the business earn a profit?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C8E3C-3554-426B-AEEF-01AB48AE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LOOK  →  SAY  →  EXPLAIN</a:t>
            </a:r>
          </a:p>
        </p:txBody>
      </p:sp>
    </p:spTree>
    <p:extLst>
      <p:ext uri="{BB962C8B-B14F-4D97-AF65-F5344CB8AC3E}">
        <p14:creationId xmlns:p14="http://schemas.microsoft.com/office/powerpoint/2010/main" val="180868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224B7-FFAC-4CEF-A38E-4DEAD94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WED 30 SEP  /  MARKETING /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7FF60-DC1E-4AD2-B215-8458333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Function and marketing concept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1eeec20aa49f7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88D8F-10FF-41BA-AA83-A572210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MARKETING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00884-2636-47E8-8960-13DD403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42A3A"/>
                </a:solidFill>
                <a:latin typeface="Aptos"/>
                <a:ea typeface="Aptos"/>
                <a:cs typeface="Aptos"/>
              </a:rPr>
              <a:t>Connect a relevant customer need or want to company goals and profit.</a:t>
            </a:r>
          </a:p>
        </p:txBody>
      </p:sp>
    </p:spTree>
    <p:extLst>
      <p:ext uri="{BB962C8B-B14F-4D97-AF65-F5344CB8AC3E}">
        <p14:creationId xmlns:p14="http://schemas.microsoft.com/office/powerpoint/2010/main" val="38343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6C8A5-600E-4260-B647-1D3D11DD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WED 30 SEP  /  WORD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843E1-41AF-45AA-BEC1-F08F6610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Word 3.x: spot the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108F6-24D9-463D-9976-F236DC5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What must the finished document look like? Point to the instruction that tells you.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A42A1-8D60-4F4B-8FF3-523E0758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READ THE TASK  →  FIND THE COMMAND  → 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1296942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395DD-FF48-4ED4-8FFE-0EEF7227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THU 1 OCT  /  MARKETING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EE553-7299-4E2C-881E-CB133299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A specific example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88c36275943dd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6234D-8EDB-468F-8269-5AA2E78A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Name one action this business could take. How does that show the function?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8E2DA-0050-45F3-AE47-CC8499AF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LOOK  →  SAY  →  EXPLAIN</a:t>
            </a:r>
          </a:p>
        </p:txBody>
      </p:sp>
    </p:spTree>
    <p:extLst>
      <p:ext uri="{BB962C8B-B14F-4D97-AF65-F5344CB8AC3E}">
        <p14:creationId xmlns:p14="http://schemas.microsoft.com/office/powerpoint/2010/main" val="1472944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41C11-CA17-4797-8616-DA1812D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THU 1 OCT  /  MARKETING /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CB4B1-885D-4330-9FD9-B8D206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A specific example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6171500144497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6A20A-8917-47D6-98AF-68A101F1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EXAMPLE + WHY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B627E-7EE3-4547-B9B9-3A1ED737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42A3A"/>
                </a:solidFill>
                <a:latin typeface="Aptos"/>
                <a:ea typeface="Aptos"/>
                <a:cs typeface="Aptos"/>
              </a:rPr>
              <a:t>A concrete action is stronger than only naming a function.</a:t>
            </a:r>
          </a:p>
        </p:txBody>
      </p:sp>
    </p:spTree>
    <p:extLst>
      <p:ext uri="{BB962C8B-B14F-4D97-AF65-F5344CB8AC3E}">
        <p14:creationId xmlns:p14="http://schemas.microsoft.com/office/powerpoint/2010/main" val="1681627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C0F73-A90F-4746-AD22-57CDF3F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THU 1 OCT  /  WORD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E2F9B-31DD-4A4F-B55A-12264F08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Word 3.x: troubleshoot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0BD91-1D99-4AB0-BE49-8C62D4C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A command is missing from the pictured menu. What will you search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69EFF-E578-4801-8962-9A2CC498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READ THE TASK  →  FIND THE COMMAND  → 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7088909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FC4B5-E501-44A0-84BE-4BBE5CF1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FRI 2 OCT  /  MARKETING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F2BCC-A20A-412C-B9FD-ACBB307D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Explain it in one minute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1d252da3a4eed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DDE0C-A456-4927-B20F-8D4B8BD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Function → purpose → marketing concept → example. Which link needs more work?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505E2-A292-4D5B-93B9-A6B2526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LOOK  →  SAY  →  EXPLAIN</a:t>
            </a:r>
          </a:p>
        </p:txBody>
      </p:sp>
    </p:spTree>
    <p:extLst>
      <p:ext uri="{BB962C8B-B14F-4D97-AF65-F5344CB8AC3E}">
        <p14:creationId xmlns:p14="http://schemas.microsoft.com/office/powerpoint/2010/main" val="909660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D3ED1-3B48-4268-A661-DA37EB31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FRI 2 OCT  /  MARKETING /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5E2CD-67A4-4112-9E0D-C263851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Explain it in one minute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f8703da7f4d0b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757A5-2C0B-40A2-872A-BAA1C37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PURPOSE  /  CONNECTION  / 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9131B-6519-4B95-8155-6DD1F207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42A3A"/>
                </a:solidFill>
                <a:latin typeface="Aptos"/>
                <a:ea typeface="Aptos"/>
                <a:cs typeface="Aptos"/>
              </a:rPr>
              <a:t>Review the three textbook requirements before any presentation.</a:t>
            </a:r>
          </a:p>
        </p:txBody>
      </p:sp>
    </p:spTree>
    <p:extLst>
      <p:ext uri="{BB962C8B-B14F-4D97-AF65-F5344CB8AC3E}">
        <p14:creationId xmlns:p14="http://schemas.microsoft.com/office/powerpoint/2010/main" val="5495276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C22BC-9DF1-46CF-8463-89B3EED4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FRI 2 OCT  /  WORD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B3F7B-89AA-4FEA-A056-3BFB67A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Word 3.x: check and continue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411D0-BB0E-426E-A646-2AB0A599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Find one result you are confident in and one step you want to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41F2D-B6FF-470B-ABC3-64758953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READ THE TASK  →  FIND THE COMMAND  → 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1343051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2026-09-28T05:40:33.9040000Z</dcterms:created>
  <dcterms:modified xsi:type="dcterms:W3CDTF">2026-09-28T05:40:33.9040000Z</dcterms:modified>
</coreProperties>
</file>
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c85f7071845e3" /><Relationship Type="http://schemas.openxmlformats.org/officeDocument/2006/relationships/extended-properties" Target="/docProps/app.xml" Id="R4bb076969103489e" /><Relationship Type="http://schemas.openxmlformats.org/officeDocument/2006/relationships/officeDocument" Target="/ppt/presentation.xml" Id="Ra23d6a013607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48c0148c21484f"/>
  </p:sldMasterIdLst>
  <p:notesMasterIdLst>
    <p:notesMasterId xmlns:r="http://schemas.openxmlformats.org/officeDocument/2006/relationships" r:id="R9052bc6a269945ff"/>
  </p:notesMasterIdLst>
  <p:sldIdLst>
    <p:sldId xmlns:r="http://schemas.openxmlformats.org/officeDocument/2006/relationships" id="256" r:id="Rc2bf5a606f1d4c9b"/>
    <p:sldId xmlns:r="http://schemas.openxmlformats.org/officeDocument/2006/relationships" id="257" r:id="Rffdc558500f44756"/>
    <p:sldId xmlns:r="http://schemas.openxmlformats.org/officeDocument/2006/relationships" id="258" r:id="Rcde1c78351ff469b"/>
    <p:sldId xmlns:r="http://schemas.openxmlformats.org/officeDocument/2006/relationships" id="259" r:id="R6d96afa8a0244bbd"/>
    <p:sldId xmlns:r="http://schemas.openxmlformats.org/officeDocument/2006/relationships" id="260" r:id="Rd24d6aaf19b649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4faae173b4dd2" /><Relationship Type="http://schemas.openxmlformats.org/officeDocument/2006/relationships/slideMaster" Target="/ppt/slideMasters/slideMaster1.xml" Id="Rbf48c0148c21484f" /><Relationship Type="http://schemas.openxmlformats.org/officeDocument/2006/relationships/notesMaster" Target="/ppt/notesMasters/notesMaster1.xml" Id="R9052bc6a269945ff" /><Relationship Type="http://schemas.openxmlformats.org/officeDocument/2006/relationships/presProps" Target="/ppt/presProps.xml" Id="Rc7035709c3a64299" /><Relationship Type="http://schemas.openxmlformats.org/officeDocument/2006/relationships/tableStyles" Target="/ppt/tableStyles.xml" Id="R7d19eb59fc2846b1" /><Relationship Type="http://schemas.openxmlformats.org/officeDocument/2006/relationships/slide" Target="/ppt/slides/slide1.xml" Id="Rc2bf5a606f1d4c9b" /><Relationship Type="http://schemas.openxmlformats.org/officeDocument/2006/relationships/slide" Target="/ppt/slides/slide2.xml" Id="Rffdc558500f44756" /><Relationship Type="http://schemas.openxmlformats.org/officeDocument/2006/relationships/slide" Target="/ppt/slides/slide3.xml" Id="Rcde1c78351ff469b" /><Relationship Type="http://schemas.openxmlformats.org/officeDocument/2006/relationships/slide" Target="/ppt/slides/slide4.xml" Id="R6d96afa8a0244bbd" /><Relationship Type="http://schemas.openxmlformats.org/officeDocument/2006/relationships/slide" Target="/ppt/slides/slide5.xml" Id="Rd24d6aaf19b6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9250cd51d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d15797e9e4d5c" /><Relationship Type="http://schemas.openxmlformats.org/officeDocument/2006/relationships/notesMaster" Target="/ppt/notesMasters/notesMaster1.xml" Id="R3083eceb27a345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290507d2040c4" /><Relationship Type="http://schemas.openxmlformats.org/officeDocument/2006/relationships/notesMaster" Target="/ppt/notesMasters/notesMaster1.xml" Id="R4c4a3b21b6e841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aac30942934dc6" /><Relationship Type="http://schemas.openxmlformats.org/officeDocument/2006/relationships/notesMaster" Target="/ppt/notesMasters/notesMaster1.xml" Id="Rf4db4e4db3d840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f27abd244a43fc" /><Relationship Type="http://schemas.openxmlformats.org/officeDocument/2006/relationships/notesMaster" Target="/ppt/notesMasters/notesMaster1.xml" Id="R126b36ee9ebf4a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2978c9007a449d" /><Relationship Type="http://schemas.openxmlformats.org/officeDocument/2006/relationships/notesMaster" Target="/ppt/notesMasters/notesMaster1.xml" Id="R8d5ce8d97acd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Chapter 1 Listen and Speak assignment and current rubric v2. The function is assigned in the September 28 class transcript.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photographed EI Outcomes Rubric and local rubric v2. Three means expected proficiency; four reflects deeper understanding, independence, or transfer, not more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1–4 rubric v2, aligned with photographed school EI Outcomes Rubric. Avoid making a score sound like a judgment of the student.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teacher-created example grounded in Chapter 1 and prior class discussion of grocery pickup. The marketing concept link needs only a relevant need OR want. This example uses want. Do not treat this as a script students must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rubric v2 access-support language. Clarify with SBTE whether Clear Explanation is scored or feedback-only; this slide makes no claim about the final scoring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e80cd8f49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c5d9d102fc4d44" /><Relationship Type="http://schemas.openxmlformats.org/officeDocument/2006/relationships/slideLayout" Target="/ppt/slideLayouts/slideLayout1.xml" Id="R5686312e19f5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6312e19f5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929ad0ac34133" /><Relationship Type="http://schemas.openxmlformats.org/officeDocument/2006/relationships/notesSlide" Target="/ppt/notesSlides/notesSlide1.xml" Id="Rb7cd374b41d3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4af0b8934415d" /><Relationship Type="http://schemas.openxmlformats.org/officeDocument/2006/relationships/notesSlide" Target="/ppt/notesSlides/notesSlide2.xml" Id="Raf18e65d496c49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6fcdeca7c48ea" /><Relationship Type="http://schemas.openxmlformats.org/officeDocument/2006/relationships/notesSlide" Target="/ppt/notesSlides/notesSlide3.xml" Id="Rf1d633898c5f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9861980184bf4" /><Relationship Type="http://schemas.openxmlformats.org/officeDocument/2006/relationships/image" Target="/ppt/media/image.png" Id="Ra77a7ade2e6e4f65" /><Relationship Type="http://schemas.openxmlformats.org/officeDocument/2006/relationships/notesSlide" Target="/ppt/notesSlides/notesSlide4.xml" Id="R6821f6f6b70e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3a43961a4582" /><Relationship Type="http://schemas.openxmlformats.org/officeDocument/2006/relationships/notesSlide" Target="/ppt/notesSlides/notesSlide5.xml" Id="R427c4b53d9cc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BB870-995B-4737-8AC2-4B3BAF5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LISTEN AND SPEAK RUBRIC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59D9C-333E-4FDB-8F9B-39D2284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What your presentation shows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70E18-2AD0-410D-A3F5-C20949F1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8E81C-E74C-49CF-A3AB-ECB568F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1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643C5-F933-421E-9A4B-0CA7A833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One assigned marketing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1B721-AF4F-4E27-A715-B0F7926A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FB9C5-99BE-4718-9FF3-4D4E796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A6608-9D8F-4A28-9809-B554F37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8132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What does this function do for a business?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83F0-701B-41FD-B20E-518CF55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C0991-AAAE-4FD1-AEDC-4A723D28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957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MARKETING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E10A-1C76-4DC6-8495-B99D3D15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4812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How does it connect a customer need or want with business goals and profit?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F01D9-2109-4C8B-81DB-54BDF458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2975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5890E-7AB7-49F0-AF68-6F43206A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625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3E3B6-3637-4397-95BC-EF43730B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1492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What would a business actually do?</a:t>
            </a:r>
          </a:p>
        </p:txBody>
      </p:sp>
    </p:spTree>
    <p:extLst>
      <p:ext uri="{BB962C8B-B14F-4D97-AF65-F5344CB8AC3E}">
        <p14:creationId xmlns:p14="http://schemas.microsoft.com/office/powerpoint/2010/main" val="1514928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E7863-AF0F-4664-BE89-43D0404E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THE SCHOOL’S 1–4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E4C34-4CB7-4EC8-B492-5772FF2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A 3 is the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A5D30-C1DC-4A86-95A4-A92FD403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973C-8020-4A92-8ED5-6B22C82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2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8CFD3-FE9A-4BC4-98C5-DE575A8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57706-95A8-4D78-B259-C8168221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764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Exceeds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A4751-5C77-4761-B3F0-ACF3837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Deeper connection or a new situation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089F3-5990-48E6-AFD3-AB5BC4F9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E8FDA-7B84-431D-B246-3E83ED39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C38AD-A799-4DBC-BB9E-A81E379B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5757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Proficient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EBC1A-4AFE-4621-BBF1-A9712FF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09950"/>
            <a:ext cx="585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Accurate purpose, concept link, and specific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565A9-ABB5-4260-8A02-36EE1020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More slides or decoration alone do not make a 4.</a:t>
            </a:r>
          </a:p>
        </p:txBody>
      </p:sp>
    </p:spTree>
    <p:extLst>
      <p:ext uri="{BB962C8B-B14F-4D97-AF65-F5344CB8AC3E}">
        <p14:creationId xmlns:p14="http://schemas.microsoft.com/office/powerpoint/2010/main" val="933165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63898-A44F-4410-BF47-288F9059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THE SCHOOL’S 1–4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6655E-0F6F-44FF-8070-243C23A6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If the evidence is still growing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A0F45-EEA5-42CB-B6B9-9384FFF4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CC47E-1DE5-4261-BFBB-44EE1973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3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BF4AE-52EC-4D2C-8252-0748753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CC320-6A76-4492-B689-DF38B892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Developing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4B3D2-4C41-4E8E-A645-510E3C62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28825"/>
            <a:ext cx="604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Part of the explanation is accurate, but a required link or example needs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C1298-8EB6-47A5-A459-08EE0D93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3722A-C4D7-4B90-A1F5-490692A3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2BE1B-9CC4-4B49-A81D-869C6A6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71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Initial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3DD0A-22D5-4489-A862-72D8D70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6048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You have started, but the required understanding is not clear yet.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CAE75-F3E6-4EA4-B0F3-0FF0C7FA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Feedback tells you what to strengthen next.</a:t>
            </a:r>
          </a:p>
        </p:txBody>
      </p:sp>
    </p:spTree>
    <p:extLst>
      <p:ext uri="{BB962C8B-B14F-4D97-AF65-F5344CB8AC3E}">
        <p14:creationId xmlns:p14="http://schemas.microsoft.com/office/powerpoint/2010/main" val="802631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A7F13-1AB9-48E5-A9C4-B070A59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ONE CLASS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5DF3-C7D2-485E-BD79-DB507F4E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What a proficient answer sounds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0E2BE-088C-4652-AAE4-25F3904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D1212-D37D-4FBD-A7A4-3AFDD5C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4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CB92-0852-4A45-83C2-39156D97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Channel Management: grocery pickup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07A75-6DFE-48ED-ADE5-F5D52BE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5BC30-FF5E-42EC-BB28-26724E08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5000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The store decides how customers receive groceries.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99E21-3BBB-48EA-8BAC-03F1CF26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D001-57D4-4B95-9943-07EF78FF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95700"/>
            <a:ext cx="5000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Pickup can serve a customer’s want for convenience while supporting sales and profit.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65170-1A57-4721-988A-18FCA52D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8BCCB-7F72-4A89-8390-8F363BB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43450"/>
            <a:ext cx="5000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A customer orders online; a worker brings groceries to a pickup spot.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a7ade2e6e4f65"/>
          <a:srcRect xmlns:a="http://schemas.openxmlformats.org/drawingml/2006/main" l="16629" t="0" r="166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8125" y="2495550"/>
            <a:ext cx="3524250" cy="2971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6C5DA-4DB1-4EA8-A62A-644D5E80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Where can you hear the purpose, concept link, and action?</a:t>
            </a:r>
          </a:p>
        </p:txBody>
      </p:sp>
    </p:spTree>
    <p:extLst>
      <p:ext uri="{BB962C8B-B14F-4D97-AF65-F5344CB8AC3E}">
        <p14:creationId xmlns:p14="http://schemas.microsoft.com/office/powerpoint/2010/main" val="115379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9041C-EE55-411C-912B-E7646422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HOW TO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149CA-2A76-45AA-B89F-62953C0E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Supports help you show what you know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A390B-B5AD-415B-B05D-71A35CEA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9CF54-32D5-436B-B93E-FC50F31B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5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AE913-3F24-46E4-98F3-D37B795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You may use notes, cue cards, a vocabulary bank, rehearsal, or a meaningful visual.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1CB1F-0B56-460C-989F-6B308E85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CB03C-31C8-4B45-A37F-F7C2AEA6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The learning target stays the same: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CC9C0-85B2-484E-AFD2-97725D86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Explain the purpose. Connect it to the marketing concept. Give a specific example.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6E23C-D65F-4F63-831A-63493D07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Clear explanation matters; accent, eye contact, and decoration are not the target.</a:t>
            </a:r>
          </a:p>
        </p:txBody>
      </p:sp>
    </p:spTree>
    <p:extLst>
      <p:ext uri="{BB962C8B-B14F-4D97-AF65-F5344CB8AC3E}">
        <p14:creationId xmlns:p14="http://schemas.microsoft.com/office/powerpoint/2010/main" val="978632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2026-09-29T03:50:34.6020000Z</dcterms:created>
  <dcterms:modified xsi:type="dcterms:W3CDTF">2026-09-29T03:50:34.6020000Z</dcterms:modified>
</coreProperties>
</file>
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65ed27c8247fc" /><Relationship Type="http://schemas.openxmlformats.org/officeDocument/2006/relationships/extended-properties" Target="/docProps/app.xml" Id="R2012abbd00fc4dfa" /><Relationship Type="http://schemas.openxmlformats.org/officeDocument/2006/relationships/officeDocument" Target="/ppt/presentation.xml" Id="R7993a1bceba6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7a8af6b5b44a0"/>
  </p:sldMasterIdLst>
  <p:notesMasterIdLst>
    <p:notesMasterId xmlns:r="http://schemas.openxmlformats.org/officeDocument/2006/relationships" r:id="R110df6fb71724612"/>
  </p:notesMasterIdLst>
  <p:sldIdLst>
    <p:sldId xmlns:r="http://schemas.openxmlformats.org/officeDocument/2006/relationships" id="256" r:id="R1ccec35908324ebd"/>
    <p:sldId xmlns:r="http://schemas.openxmlformats.org/officeDocument/2006/relationships" id="257" r:id="R998087b9a4cc4063"/>
    <p:sldId xmlns:r="http://schemas.openxmlformats.org/officeDocument/2006/relationships" id="258" r:id="R935e2cafc2844e15"/>
    <p:sldId xmlns:r="http://schemas.openxmlformats.org/officeDocument/2006/relationships" id="259" r:id="R8449a4bc0f624e19"/>
    <p:sldId xmlns:r="http://schemas.openxmlformats.org/officeDocument/2006/relationships" id="260" r:id="Rfe53ec4794aa45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486bf8644c4a5d" /><Relationship Type="http://schemas.openxmlformats.org/officeDocument/2006/relationships/slideMaster" Target="/ppt/slideMasters/slideMaster1.xml" Id="Rc087a8af6b5b44a0" /><Relationship Type="http://schemas.openxmlformats.org/officeDocument/2006/relationships/notesMaster" Target="/ppt/notesMasters/notesMaster1.xml" Id="R110df6fb71724612" /><Relationship Type="http://schemas.openxmlformats.org/officeDocument/2006/relationships/presProps" Target="/ppt/presProps.xml" Id="R7259bcc79da0472a" /><Relationship Type="http://schemas.openxmlformats.org/officeDocument/2006/relationships/tableStyles" Target="/ppt/tableStyles.xml" Id="R7dae8473774a465b" /><Relationship Type="http://schemas.openxmlformats.org/officeDocument/2006/relationships/slide" Target="/ppt/slides/slide1.xml" Id="R1ccec35908324ebd" /><Relationship Type="http://schemas.openxmlformats.org/officeDocument/2006/relationships/slide" Target="/ppt/slides/slide2.xml" Id="R998087b9a4cc4063" /><Relationship Type="http://schemas.openxmlformats.org/officeDocument/2006/relationships/slide" Target="/ppt/slides/slide3.xml" Id="R935e2cafc2844e15" /><Relationship Type="http://schemas.openxmlformats.org/officeDocument/2006/relationships/slide" Target="/ppt/slides/slide4.xml" Id="R8449a4bc0f624e19" /><Relationship Type="http://schemas.openxmlformats.org/officeDocument/2006/relationships/slide" Target="/ppt/slides/slide5.xml" Id="Rfe53ec4794aa45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e4d41cc34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bfce5766a74d10" /><Relationship Type="http://schemas.openxmlformats.org/officeDocument/2006/relationships/notesMaster" Target="/ppt/notesMasters/notesMaster1.xml" Id="R19251548629c4d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0ccba68ed43f4" /><Relationship Type="http://schemas.openxmlformats.org/officeDocument/2006/relationships/notesMaster" Target="/ppt/notesMasters/notesMaster1.xml" Id="Ree23e34f2386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7c8a8a4fa4ec2" /><Relationship Type="http://schemas.openxmlformats.org/officeDocument/2006/relationships/notesMaster" Target="/ppt/notesMasters/notesMaster1.xml" Id="Ra824f53f64ea48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a3724519040f1" /><Relationship Type="http://schemas.openxmlformats.org/officeDocument/2006/relationships/notesMaster" Target="/ppt/notesMasters/notesMaster1.xml" Id="Rf00fe28d182b43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858168e4546b9" /><Relationship Type="http://schemas.openxmlformats.org/officeDocument/2006/relationships/notesMaster" Target="/ppt/notesMasters/notesMaster1.xml" Id="R02e921318a13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0:00–1:10.</a:t>
            </a:r>
          </a:p>
          <a:p xmlns:a="http://schemas.openxmlformats.org/drawingml/2006/main">
            <a:r>
              <a:t>Today I’ll show you how to read this rubric before you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Your job is to explain one assigned marketing function. I’m listening for three things: its purpose, its connection to the marketing concept, and a specific business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Action: POINT to each numbered line. Define “purpose” as what the function does. Scan left, center,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original Listen and Speak assignment; v2 1–4 rubric; Sept 28 class transcript. Scored status of Clear Explanation and final grading method remain for SBTE.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1:10–2:20.</a:t>
            </a:r>
          </a:p>
          <a:p xmlns:a="http://schemas.openxmlformats.org/drawingml/2006/main">
            <a:r>
              <a:t>A 3 means proficient. That is the expected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you accurately explain the purpose, connect it to a customer need or want and a business goal, and give a specific example, you have shown the core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4 shows deeper thinking, like connecting another function or applying your idea in a new situation. It is not about extra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Action: PAUSE. Ask: “What makes a 4 different?” Take one response. Confirm: deeper thinking, not length.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original Listen and Speak assignment; v2 1–4 rubric; Sept 28 class transcript. Scored status of Clear Explanation and final grading method remain for SBTE.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2:20–3:05.</a:t>
            </a:r>
          </a:p>
          <a:p xmlns:a="http://schemas.openxmlformats.org/drawingml/2006/main">
            <a:r>
              <a:t>At 2, part of the explanation is there, but a required connection or example still needs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1, you have started and need help making the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levels tell us what to work on next. They do not label you as a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Action: KEEP this brief. Point at 2, then 1. Do not ask students to disclose grades.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original Listen and Speak assignment; v2 1–4 rubric; Sept 28 class transcript. Scored status of Clear Explanation and final grading method remain for SBTE.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3:05–5:20.</a:t>
            </a:r>
          </a:p>
          <a:p xmlns:a="http://schemas.openxmlformats.org/drawingml/2006/main">
            <a:r>
              <a:t>Look at grocery pickup. Which function does it show? [Pause.] Channel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Purpose: how customers receive groceries. What customer want? [Pause.] Convenience.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could pickup support the store? Sales and profit.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Specific action: order online; a worker brings groceries to the pickup spot. Hear the purpose, concept link, and example?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Action: 10-second THINK pause. Invite two different students. Stand still and scan while listening. Let students answer before you say each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original Listen and Speak assignment; v2 1–4 rubric; Sept 28 class transcript. Scored status of Clear Explanation and final grading method remain for SBTE.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5:20–6:30.</a:t>
            </a:r>
          </a:p>
          <a:p xmlns:a="http://schemas.openxmlformats.org/drawingml/2006/main">
            <a:r>
              <a:t>You can use notes, cue cards, vocabulary, rehearsal, and a visual that helps us understand.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supports do not lower the content target. We still need to hear the purpose, concept link, and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you start work, write those three headings for your assigned function. Which one do you need help with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Action: POINT to three targets. Take one question, then transition to work time. Do not promise a slide count or final grading formula.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original Listen and Speak assignment; v2 1–4 rubric; Sept 28 class transcript. Scored status of Clear Explanation and final grading method remain for SBTE.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f53f6f9ee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cc6bc52b9404d" /><Relationship Type="http://schemas.openxmlformats.org/officeDocument/2006/relationships/slideLayout" Target="/ppt/slideLayouts/slideLayout1.xml" Id="R68ab1d9a4de9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ab1d9a4de9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52f5406fc4446" /><Relationship Type="http://schemas.openxmlformats.org/officeDocument/2006/relationships/notesSlide" Target="/ppt/notesSlides/notesSlide1.xml" Id="R76b560b9babb4f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db098dbcc48ec" /><Relationship Type="http://schemas.openxmlformats.org/officeDocument/2006/relationships/notesSlide" Target="/ppt/notesSlides/notesSlide2.xml" Id="R7a80f54f9a3d40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e6e44dca04230" /><Relationship Type="http://schemas.openxmlformats.org/officeDocument/2006/relationships/notesSlide" Target="/ppt/notesSlides/notesSlide3.xml" Id="Rbdcfb790078c48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1f4bef9e74bdf" /><Relationship Type="http://schemas.openxmlformats.org/officeDocument/2006/relationships/notesSlide" Target="/ppt/notesSlides/notesSlide4.xml" Id="R57fa9da1b30d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c648fcc604f96" /><Relationship Type="http://schemas.openxmlformats.org/officeDocument/2006/relationships/notesSlide" Target="/ppt/notesSlides/notesSlide5.xml" Id="R927561f6c595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65253-E5BD-40AF-BE76-644DB5F8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PRESENTER GUIDE · 0:00–1:10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48DD1-C234-42E4-84DC-04DBA7C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What your presentation shows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44C56-D482-43EE-B4E7-8D947871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91F90-E3AA-4087-B440-A375434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1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4268E-FCBF-4115-ACD0-1742EB98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E6159-48A0-43CD-9954-136E291B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Today I’ll show you how to read this rubric before you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1B045-304C-4FB0-988E-CFB9AFD3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Your job is to explain one assigned marketing function. I’m listening for three things: its purpose, its connection to the marketing concept, and a specific business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86725-FFBA-433A-8C79-7B7D65E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D09CA-E676-414A-A79C-6AEF3D9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2513A-E4D1-473D-A7CD-D50941B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0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POINT to each numbered line. Define “purpose” as what the function does. Scan left, center, right.</a:t>
            </a:r>
          </a:p>
        </p:txBody>
      </p:sp>
    </p:spTree>
    <p:extLst>
      <p:ext uri="{BB962C8B-B14F-4D97-AF65-F5344CB8AC3E}">
        <p14:creationId xmlns:p14="http://schemas.microsoft.com/office/powerpoint/2010/main" val="324507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306FE-0F21-4AC7-A882-2CAB8F1E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PRESENTER GUIDE · 1:10–2:20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E72C0-2C59-483B-997F-10F8895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A 3 is the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7D830-0D58-4F12-9B35-F9548589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E2E89-B667-44B5-A662-E7090F25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2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2724-F6AF-4A82-896A-A2B916C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BF6C9-B5C8-415F-83AD-9BB26DD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 3 means proficient. That is the expected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C655-F5C0-4B23-BCD3-85A581D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If you accurately explain the purpose, connect it to a customer need or want and a business goal, and give a specific example, you have shown the core learning.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2683-3623-4EAA-A921-92E2D04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909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 4 shows deeper thinking, like connecting another function or applying your idea in a new situation. It is not about extra slides.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ECAD5-AF0C-4082-B51A-99DD2C1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48DD4-1339-4E00-B916-74C26A21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8D1C9-B74D-44D8-96AE-8CD3B498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0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PAUSE. Ask: “What makes a 4 different?” Take one response. Confirm: deeper thinking, not length.</a:t>
            </a:r>
          </a:p>
        </p:txBody>
      </p:sp>
    </p:spTree>
    <p:extLst>
      <p:ext uri="{BB962C8B-B14F-4D97-AF65-F5344CB8AC3E}">
        <p14:creationId xmlns:p14="http://schemas.microsoft.com/office/powerpoint/2010/main" val="1444159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D831C-E3C5-4B9D-98B5-4BADEA5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PRESENTER GUIDE · 2:20–3:05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9D65E-1BA6-46D1-AE0C-BEED6406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If the evidence is still growing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8BCD1-4A61-4869-9E2C-4FC57505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B2DD-0304-4F30-8638-0702D490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3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3686-9800-48D2-ABBB-14459303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25566-AE0C-4294-8AE8-88FFA42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At 2, part of the explanation is there, but a required connection or example still needs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FCC53-0D59-4586-80CC-82F9EB9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At 1, you have started and need help making the understanding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02CA0-3941-4A74-9141-32B6F4E4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671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These levels tell us what to work on next. They do not label you as a person.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D0D85-2C8A-40AB-963F-7F33063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10528-ED59-490C-8A8D-7B7F0BF1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3AA39-7754-410E-BD49-1ED3BFDF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0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KEEP this brief. Point at 2, then 1. Do not ask students to disclose grades.</a:t>
            </a:r>
          </a:p>
        </p:txBody>
      </p:sp>
    </p:spTree>
    <p:extLst>
      <p:ext uri="{BB962C8B-B14F-4D97-AF65-F5344CB8AC3E}">
        <p14:creationId xmlns:p14="http://schemas.microsoft.com/office/powerpoint/2010/main" val="250624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8A6F4-DC16-47AD-A489-FC17813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PRESENTER GUIDE · 3:05–5:20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5D17-7114-4B4D-B7E8-96C1D0A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What a proficient answer sounds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6F005-A686-488F-B711-1379979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C2B5A-490E-4BAD-838D-A8CE2CF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4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BFB3A-60FD-431B-B9AB-FF5577BD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0B44F-90F6-4EFA-9D5E-4F90ACC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Look at grocery pickup. Which function does it show? [Pause.] Channel Management.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10065-9197-4441-9625-7BE7E29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Purpose: how customers receive groceries. What customer want? [Pause.] Convenience.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9D7B5-74B4-486D-A65A-A88D795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How could pickup support the store? Sales and profit.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F3A20-6805-4E49-8144-AAF11B32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Specific action: order online; a worker brings groceries to the pickup spot. Hear the purpose, concept link, and example?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86376-92F7-4926-BF2B-D649EB9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CB7F-0922-4C26-9B93-735ACDB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8A0F8-C04D-4950-9E6C-0268A013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0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10-second THINK pause. Invite two different students. Stand still and scan while listening. Let students answer before you say each term.</a:t>
            </a:r>
          </a:p>
        </p:txBody>
      </p:sp>
    </p:spTree>
    <p:extLst>
      <p:ext uri="{BB962C8B-B14F-4D97-AF65-F5344CB8AC3E}">
        <p14:creationId xmlns:p14="http://schemas.microsoft.com/office/powerpoint/2010/main" val="596337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15778-911A-4735-B996-EF8D53C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PRESENTER GUIDE · 5:20–6:30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48C4B-6943-4DF3-8DE7-C3C7C38C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54B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354B"/>
                </a:solidFill>
                <a:latin typeface="Aptos"/>
                <a:ea typeface="Aptos"/>
                <a:cs typeface="Aptos"/>
              </a:rPr>
              <a:t>Supports help you show what you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A4045-138A-4D73-9803-7462580E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D0265-A805-4AC9-AC8A-7AA2994E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9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977"/>
                </a:solidFill>
                <a:latin typeface="Aptos"/>
                <a:ea typeface="Aptos"/>
                <a:cs typeface="Aptos"/>
              </a:rPr>
              <a:t>5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E9DBC-60E3-47A2-912A-47F1950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0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DAF00-FCFE-462F-8074-3F81CFC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You can use notes, cue cards, vocabulary, rehearsal, and a visual that helps us understand.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25D3-D246-425C-A45B-DBC2E2EE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Those supports do not lower the content target. We still need to hear the purpose, concept link, and example.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C9698-42E2-4254-916B-4B2AD7B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Before you start work, write those three headings for your assigned function. Which one do you need help with first?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6DA08-F6DE-4A4D-80F5-C9616B4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AEFDB-201E-4BEB-9D6F-1D728BA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78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37834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2BF25-9D78-4FA0-9A8A-E823EAE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1000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93447"/>
                </a:solidFill>
                <a:latin typeface="Aptos"/>
                <a:ea typeface="Aptos"/>
                <a:cs typeface="Aptos"/>
              </a:rPr>
              <a:t>POINT to three targets. Take one question, then transition to work time. Do not promise a slide count or final grading formula.</a:t>
            </a:r>
          </a:p>
        </p:txBody>
      </p:sp>
    </p:spTree>
    <p:extLst>
      <p:ext uri="{BB962C8B-B14F-4D97-AF65-F5344CB8AC3E}">
        <p14:creationId xmlns:p14="http://schemas.microsoft.com/office/powerpoint/2010/main" val="569951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2026-09-29T03:50:35.2540000Z</dcterms:created>
  <dcterms:modified xsi:type="dcterms:W3CDTF">2026-09-29T03:50:35.2540000Z</dcterms:modified>
</coreProperties>
</file>
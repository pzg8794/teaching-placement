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f092757b640402f" /><Relationship Type="http://schemas.openxmlformats.org/officeDocument/2006/relationships/extended-properties" Target="/docProps/app.xml" Id="Re8983f044b4643c2" /><Relationship Type="http://schemas.openxmlformats.org/officeDocument/2006/relationships/officeDocument" Target="/ppt/presentation.xml" Id="R715969d056f946b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5ae885cad32475e"/>
  </p:sldMasterIdLst>
  <p:notesMasterIdLst>
    <p:notesMasterId xmlns:r="http://schemas.openxmlformats.org/officeDocument/2006/relationships" r:id="R928ba28d840d4f30"/>
  </p:notesMasterIdLst>
  <p:sldIdLst>
    <p:sldId xmlns:r="http://schemas.openxmlformats.org/officeDocument/2006/relationships" id="256" r:id="R3a095c6b895d4ff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abf08ddda4843e5" /><Relationship Type="http://schemas.openxmlformats.org/officeDocument/2006/relationships/slideMaster" Target="/ppt/slideMasters/slideMaster1.xml" Id="R35ae885cad32475e" /><Relationship Type="http://schemas.openxmlformats.org/officeDocument/2006/relationships/notesMaster" Target="/ppt/notesMasters/notesMaster1.xml" Id="R928ba28d840d4f30" /><Relationship Type="http://schemas.openxmlformats.org/officeDocument/2006/relationships/presProps" Target="/ppt/presProps.xml" Id="R052237799c724d7e" /><Relationship Type="http://schemas.openxmlformats.org/officeDocument/2006/relationships/tableStyles" Target="/ppt/tableStyles.xml" Id="Rd874cab289574c70" /><Relationship Type="http://schemas.openxmlformats.org/officeDocument/2006/relationships/slide" Target="/ppt/slides/slide1.xml" Id="R3a095c6b895d4ff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0faf567a5744fe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7a9b3bef67448a1" /><Relationship Type="http://schemas.openxmlformats.org/officeDocument/2006/relationships/notesMaster" Target="/ppt/notesMasters/notesMaster1.xml" Id="R83187cb721f348d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09-09 Teaching placement — Eastridge · 7_00 AM–3_00 PM-transcript.txt. Exact assignment: 00:42:54–00:44:21, where the SBTE asks for workplace expectations appropriate for high school students, a business-oriented slideshow, and class norms students can agree upon around being on time, prepared, productive, and kind. Context used for the guiding questions: computers and organized materials at 00:01:59–00:02:30; ongoing work, deadlines, independent work, and collaboration at 00:03:02–00:04:30; appreciation for students being on time at 00:35:01. This slide is a discussion and drafting prompt. It does not state final rules, consequences, grades, or accommodations. The SBTE and students will determine the final contract wording.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0f4c3fedda2456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21382a65da34b4e" /><Relationship Type="http://schemas.openxmlformats.org/officeDocument/2006/relationships/slideLayout" Target="/ppt/slideLayouts/slideLayout1.xml" Id="R8fd9b19e7afa4a0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fd9b19e7afa4a0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dd2fa5546b415d" /><Relationship Type="http://schemas.openxmlformats.org/officeDocument/2006/relationships/notesSlide" Target="/ppt/notesSlides/notesSlide1.xml" Id="Ra93a34e7653b442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246554C-B67C-4399-9B34-403DA028C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A39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828F25-98A6-4411-A169-9EFC0EAC1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7810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93D5D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193D5D"/>
                </a:solidFill>
                <a:latin typeface="Aptos"/>
                <a:ea typeface="Aptos"/>
                <a:cs typeface="Aptos"/>
              </a:rPr>
              <a:t>Our workplace norms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84AE2B-BF2E-40A5-AB1D-FE25B0F03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6E7F8C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6E7F8C"/>
                </a:solidFill>
                <a:latin typeface="Aptos"/>
                <a:ea typeface="Aptos"/>
                <a:cs typeface="Aptos"/>
              </a:rPr>
              <a:t>Create a class contract around four expectations used in the workplace.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262A27-29E6-492E-89EB-092C7B844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24765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2EA399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624132-D1D7-4800-B425-47F1E6F14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52625"/>
            <a:ext cx="2209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ON TIME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B541BC-9614-467E-97DF-1D3A72855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86050"/>
            <a:ext cx="2286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93D5D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93D5D"/>
                </a:solidFill>
                <a:latin typeface="Aptos"/>
                <a:ea typeface="Aptos"/>
                <a:cs typeface="Aptos"/>
              </a:rPr>
              <a:t>What should we do when class begins or a deadline arrives?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987CF0-F1C4-4823-B533-370F121A0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3380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E7F8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E7F8C"/>
                </a:solidFill>
                <a:latin typeface="Aptos"/>
                <a:ea typeface="Aptos"/>
                <a:cs typeface="Aptos"/>
              </a:rPr>
              <a:t>OUR GROUP PROPOSES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5CD74D-895D-492C-BDC2-6AABE6537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95750"/>
            <a:ext cx="2133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E2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C3A931-4A72-422D-B1CF-17A903DD7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38650"/>
            <a:ext cx="2133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E2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CAE9C2-9BA9-4ED6-BD2C-2A621EE0C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752600"/>
            <a:ext cx="24765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7A35B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0BDFFC-A5C5-4E3B-818F-76EFCCAD3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1952625"/>
            <a:ext cx="2209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PREPARED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ABE76C-84EB-42EC-A1B9-8238AF2BE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686050"/>
            <a:ext cx="2286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93D5D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93D5D"/>
                </a:solidFill>
                <a:latin typeface="Aptos"/>
                <a:ea typeface="Aptos"/>
                <a:cs typeface="Aptos"/>
              </a:rPr>
              <a:t>What materials, information, or setup should be ready?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EB6C9C-0857-4ACB-868F-0A707F1DC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73380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E7F8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E7F8C"/>
                </a:solidFill>
                <a:latin typeface="Aptos"/>
                <a:ea typeface="Aptos"/>
                <a:cs typeface="Aptos"/>
              </a:rPr>
              <a:t>OUR GROUP PROPOSES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FC8F80-AB24-4218-AAE5-8594A2247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095750"/>
            <a:ext cx="2133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E2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86728D-CB1B-4A97-8C3D-B50997B6B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438650"/>
            <a:ext cx="2133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E2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D03774-559A-4FA9-80BA-53D57C42C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752600"/>
            <a:ext cx="24765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A6A4E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F21BBC8-009A-43DA-87F3-18EBC025D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952625"/>
            <a:ext cx="2209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PRODUCTIVE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6F849DB-341E-4AC5-B1D6-64D0D1E84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86050"/>
            <a:ext cx="2286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93D5D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93D5D"/>
                </a:solidFill>
                <a:latin typeface="Aptos"/>
                <a:ea typeface="Aptos"/>
                <a:cs typeface="Aptos"/>
              </a:rPr>
              <a:t>How should we use work time and complete our own work?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E2F4707-8F20-42C9-802B-A5D88BA44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73380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E7F8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E7F8C"/>
                </a:solidFill>
                <a:latin typeface="Aptos"/>
                <a:ea typeface="Aptos"/>
                <a:cs typeface="Aptos"/>
              </a:rPr>
              <a:t>OUR GROUP PROPOSES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DE6C856-CD10-4EA8-BAF0-066024582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095750"/>
            <a:ext cx="2133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E2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A20EF2B-D793-44A1-8F60-1D1903E9C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438650"/>
            <a:ext cx="2133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E2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F43A881-5BC4-440C-B48D-0D1F4852D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752600"/>
            <a:ext cx="24765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2EA399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BCE5551-664E-40EA-A47C-064DF0222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952625"/>
            <a:ext cx="2209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KIND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332DBF6-BA19-43D3-BB93-5188D6398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686050"/>
            <a:ext cx="2286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93D5D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93D5D"/>
                </a:solidFill>
                <a:latin typeface="Aptos"/>
                <a:ea typeface="Aptos"/>
                <a:cs typeface="Aptos"/>
              </a:rPr>
              <a:t>What should respectful communication and collaboration look like?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A06105B-F241-4BAB-93C9-36308059E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73380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E7F8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E7F8C"/>
                </a:solidFill>
                <a:latin typeface="Aptos"/>
                <a:ea typeface="Aptos"/>
                <a:cs typeface="Aptos"/>
              </a:rPr>
              <a:t>OUR GROUP PROPOSES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B42E05A-7DF9-4DEA-888D-7E3FE8326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095750"/>
            <a:ext cx="2133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E2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DA24286-EEE0-4D05-915A-BBC3BCB26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438650"/>
            <a:ext cx="2133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E2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28DE89B-142F-45F7-9B81-D599F11EE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95850"/>
            <a:ext cx="10820400" cy="1085850"/>
          </a:xfrm>
          <a:prstGeom xmlns:a="http://schemas.openxmlformats.org/drawingml/2006/main" prst="roundRect">
            <a:avLst>
              <a:gd name="adj" fmla="val 7018"/>
            </a:avLst>
          </a:prstGeom>
          <a:solidFill xmlns:a="http://schemas.openxmlformats.org/drawingml/2006/main">
            <a:srgbClr val="193D5D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4AE02DA-034A-4B27-A5D3-2537E5DE5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086350"/>
            <a:ext cx="2619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BUILD THE CLASS CONTRACT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EF96B90-2EDF-4A43-99CD-FA2EB9419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391150"/>
            <a:ext cx="304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1  Teams draft one norm</a:t>
            </a:r>
          </a:p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for each expectation.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5C18429-66BB-4A30-9953-7EF2FC733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5391150"/>
            <a:ext cx="2476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2  We combine</a:t>
            </a:r>
          </a:p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similar ideas.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A3F010B-78B7-4FD2-BB68-5E9DBC25D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5391150"/>
            <a:ext cx="3771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3  We agree on clear wording</a:t>
            </a:r>
          </a:p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everyone can follow.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6B44EE5-BE02-489F-B8C4-D58DDCA52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6E7F8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6E7F8C"/>
                </a:solidFill>
                <a:latin typeface="Aptos"/>
                <a:ea typeface="Aptos"/>
                <a:cs typeface="Aptos"/>
              </a:rPr>
              <a:t>BUSINESS COURSE · WORKPLACE READINESS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18CB715-A3AC-4370-A502-CDF600DF4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6400800"/>
            <a:ext cx="352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6E7F8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6E7F8C"/>
                </a:solidFill>
                <a:latin typeface="Aptos"/>
                <a:ea typeface="Aptos"/>
                <a:cs typeface="Aptos"/>
              </a:rPr>
              <a:t>STUDENT CREATED CLASS CONTRACT</a:t>
            </a:r>
          </a:p>
        </p:txBody>
      </p:sp>
    </p:spTree>
    <p:extLst>
      <p:ext uri="{BB962C8B-B14F-4D97-AF65-F5344CB8AC3E}">
        <p14:creationId xmlns:p14="http://schemas.microsoft.com/office/powerpoint/2010/main" val="203509049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2026-09-09T16:45:26.0960000Z</dcterms:created>
  <dcterms:modified xsi:type="dcterms:W3CDTF">2026-09-09T16:45:26.0960000Z</dcterms:modified>
</coreProperties>
</file>
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68af8e29a47a4" /><Relationship Type="http://schemas.openxmlformats.org/officeDocument/2006/relationships/extended-properties" Target="/docProps/app.xml" Id="R714ed8f4aab04083" /><Relationship Type="http://schemas.openxmlformats.org/officeDocument/2006/relationships/officeDocument" Target="/ppt/presentation.xml" Id="Rdf5d7c541777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db78c141c4aa9"/>
  </p:sldMasterIdLst>
  <p:notesMasterIdLst>
    <p:notesMasterId xmlns:r="http://schemas.openxmlformats.org/officeDocument/2006/relationships" r:id="Re4d07154c5724b29"/>
  </p:notesMasterIdLst>
  <p:sldIdLst>
    <p:sldId xmlns:r="http://schemas.openxmlformats.org/officeDocument/2006/relationships" id="256" r:id="R898e86529b254efb"/>
    <p:sldId xmlns:r="http://schemas.openxmlformats.org/officeDocument/2006/relationships" id="257" r:id="Rffb33db2c7264a1d"/>
    <p:sldId xmlns:r="http://schemas.openxmlformats.org/officeDocument/2006/relationships" id="258" r:id="R1a92fada95484865"/>
    <p:sldId xmlns:r="http://schemas.openxmlformats.org/officeDocument/2006/relationships" id="259" r:id="Ra078afda31444024"/>
    <p:sldId xmlns:r="http://schemas.openxmlformats.org/officeDocument/2006/relationships" id="260" r:id="R02345b6b7c1048ed"/>
    <p:sldId xmlns:r="http://schemas.openxmlformats.org/officeDocument/2006/relationships" id="261" r:id="R17aebf45ced04766"/>
    <p:sldId xmlns:r="http://schemas.openxmlformats.org/officeDocument/2006/relationships" id="262" r:id="Rb9cc74071d77415a"/>
    <p:sldId xmlns:r="http://schemas.openxmlformats.org/officeDocument/2006/relationships" id="263" r:id="Rd5981435e8624c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06cf45bdc4f59" /><Relationship Type="http://schemas.openxmlformats.org/officeDocument/2006/relationships/slideMaster" Target="/ppt/slideMasters/slideMaster1.xml" Id="R1e8db78c141c4aa9" /><Relationship Type="http://schemas.openxmlformats.org/officeDocument/2006/relationships/notesMaster" Target="/ppt/notesMasters/notesMaster1.xml" Id="Re4d07154c5724b29" /><Relationship Type="http://schemas.openxmlformats.org/officeDocument/2006/relationships/presProps" Target="/ppt/presProps.xml" Id="R5bab0565015740f6" /><Relationship Type="http://schemas.openxmlformats.org/officeDocument/2006/relationships/tableStyles" Target="/ppt/tableStyles.xml" Id="R5f9417ea54734a1b" /><Relationship Type="http://schemas.openxmlformats.org/officeDocument/2006/relationships/slide" Target="/ppt/slides/slide1.xml" Id="R898e86529b254efb" /><Relationship Type="http://schemas.openxmlformats.org/officeDocument/2006/relationships/slide" Target="/ppt/slides/slide2.xml" Id="Rffb33db2c7264a1d" /><Relationship Type="http://schemas.openxmlformats.org/officeDocument/2006/relationships/slide" Target="/ppt/slides/slide3.xml" Id="R1a92fada95484865" /><Relationship Type="http://schemas.openxmlformats.org/officeDocument/2006/relationships/slide" Target="/ppt/slides/slide4.xml" Id="Ra078afda31444024" /><Relationship Type="http://schemas.openxmlformats.org/officeDocument/2006/relationships/slide" Target="/ppt/slides/slide5.xml" Id="R02345b6b7c1048ed" /><Relationship Type="http://schemas.openxmlformats.org/officeDocument/2006/relationships/slide" Target="/ppt/slides/slide6.xml" Id="R17aebf45ced04766" /><Relationship Type="http://schemas.openxmlformats.org/officeDocument/2006/relationships/slide" Target="/ppt/slides/slide7.xml" Id="Rb9cc74071d77415a" /><Relationship Type="http://schemas.openxmlformats.org/officeDocument/2006/relationships/slide" Target="/ppt/slides/slide8.xml" Id="Rd5981435e862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e16a4ed9e4d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87fd330284826" /><Relationship Type="http://schemas.openxmlformats.org/officeDocument/2006/relationships/notesMaster" Target="/ppt/notesMasters/notesMaster1.xml" Id="Rff8bbc80835146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939bfddab4d57" /><Relationship Type="http://schemas.openxmlformats.org/officeDocument/2006/relationships/notesMaster" Target="/ppt/notesMasters/notesMaster1.xml" Id="Rdd932fd6ebb6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6f105078b4a52" /><Relationship Type="http://schemas.openxmlformats.org/officeDocument/2006/relationships/notesMaster" Target="/ppt/notesMasters/notesMaster1.xml" Id="R0aec65e333b543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ce4ce3feb43c9" /><Relationship Type="http://schemas.openxmlformats.org/officeDocument/2006/relationships/notesMaster" Target="/ppt/notesMasters/notesMaster1.xml" Id="Rc0dcab6a69be44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78416625f4928" /><Relationship Type="http://schemas.openxmlformats.org/officeDocument/2006/relationships/notesMaster" Target="/ppt/notesMasters/notesMaster1.xml" Id="R7f8e0e47d99c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5c8f3f8d047c5" /><Relationship Type="http://schemas.openxmlformats.org/officeDocument/2006/relationships/notesMaster" Target="/ppt/notesMasters/notesMaster1.xml" Id="R2480bd3cc21e40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cd2ca49524d45" /><Relationship Type="http://schemas.openxmlformats.org/officeDocument/2006/relationships/notesMaster" Target="/ppt/notesMasters/notesMaster1.xml" Id="Rd1da947565cf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578a22c1645cb" /><Relationship Type="http://schemas.openxmlformats.org/officeDocument/2006/relationships/notesMaster" Target="/ppt/notesMasters/notesMaster1.xml" Id="R396de1c5cd06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30 seconds. Say: “This review uses new examples. Think first, then I will click to reveal the strategy. You can answer aloud, point, or use fingers.” Do not explain the assessment passage.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45–60 seconds. Ask for a point or one-word response before clicking. Click 1: reveal “File opens Backstage View.” Ask: “What lives on the Ribbon instead?” Click 2: reveal Esc and the distinction. Hard stop: “Good. File manages the document; the Ribbon changes its content.”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55–70 seconds. Students show 1 for Save, 2 for Save As. Click 1 for answer. Ask: “What two details must you verify?” Click 2. Do not supply any assessment filename.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60–75 seconds. Ask students to cross arms for CUT/move and hold two fingers for COPY/repeat. Read A, then B. Click 1. Ask what must happen before either command. Click 2. Hard stop: “Move removes the original; repeat keeps it.”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45–60 seconds. Take one response before clicking. Click 1. Then ask: “What if Undo removed the correct action?” Click 2. Mention that deleting and retyping adds risk when Undo can recover the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55–70 seconds. Students mime pressing one key for the indent. Click 1. Ask: “Where can a frequently used command stay visible?” Click 2. Emphasize that proofreading requires judgment.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70–90 seconds. Read one scenario at a time; students respond with the tool name. Click 1 after all three. Click 2 for safeguards. Do not print or share during the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45–60 seconds. Call four fresh scenarios in mixed order. Students hold up 1–4. Click 1 to reveal the mapped actions. Click 2 for the final test-day checklist. Close with: “Slow down at the save and selection steps; those two checks prevent most avoidable errors.”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dce93d5ec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097d508184674" /><Relationship Type="http://schemas.openxmlformats.org/officeDocument/2006/relationships/slideLayout" Target="/ppt/slideLayouts/slideLayout1.xml" Id="Re0c965bb08274f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965bb08274f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a0ced7f4541df" /><Relationship Type="http://schemas.openxmlformats.org/officeDocument/2006/relationships/image" Target="/ppt/media/image.png" Id="R87c8f43e0914468f" /><Relationship Type="http://schemas.openxmlformats.org/officeDocument/2006/relationships/notesSlide" Target="/ppt/notesSlides/notesSlide1.xml" Id="Rf3c8f9548124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6c8232f424abc" /><Relationship Type="http://schemas.openxmlformats.org/officeDocument/2006/relationships/image" Target="/ppt/media/image2.png" Id="Rdf7a11e6421440f0" /><Relationship Type="http://schemas.openxmlformats.org/officeDocument/2006/relationships/notesSlide" Target="/ppt/notesSlides/notesSlide2.xml" Id="Rd38a6f159502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3e88b2e654f28" /><Relationship Type="http://schemas.openxmlformats.org/officeDocument/2006/relationships/image" Target="/ppt/media/image3.png" Id="Re6f108fc242a476e" /><Relationship Type="http://schemas.openxmlformats.org/officeDocument/2006/relationships/notesSlide" Target="/ppt/notesSlides/notesSlide3.xml" Id="Rccf34d1b7b52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cca62c394430" /><Relationship Type="http://schemas.openxmlformats.org/officeDocument/2006/relationships/image" Target="/ppt/media/image4.png" Id="R15dabdb8b316497a" /><Relationship Type="http://schemas.openxmlformats.org/officeDocument/2006/relationships/notesSlide" Target="/ppt/notesSlides/notesSlide4.xml" Id="R429359c362f3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83d2c07be45d8" /><Relationship Type="http://schemas.openxmlformats.org/officeDocument/2006/relationships/image" Target="/ppt/media/image5.png" Id="Ra9868f67fa91484b" /><Relationship Type="http://schemas.openxmlformats.org/officeDocument/2006/relationships/notesSlide" Target="/ppt/notesSlides/notesSlide5.xml" Id="R364218c608b5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41ed79ec7414c" /><Relationship Type="http://schemas.openxmlformats.org/officeDocument/2006/relationships/image" Target="/ppt/media/image6.png" Id="R2e7b70fa81ed4d2f" /><Relationship Type="http://schemas.openxmlformats.org/officeDocument/2006/relationships/notesSlide" Target="/ppt/notesSlides/notesSlide6.xml" Id="Rf7f9dd84b73f4f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5f0f116394848" /><Relationship Type="http://schemas.openxmlformats.org/officeDocument/2006/relationships/image" Target="/ppt/media/image7.png" Id="R0479c64d16f84663" /><Relationship Type="http://schemas.openxmlformats.org/officeDocument/2006/relationships/notesSlide" Target="/ppt/notesSlides/notesSlide7.xml" Id="Rb541f9386761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cfa3e9fc4d20" /><Relationship Type="http://schemas.openxmlformats.org/officeDocument/2006/relationships/image" Target="/ppt/media/image8.png" Id="Rf7d85f4c5d74436b" /><Relationship Type="http://schemas.openxmlformats.org/officeDocument/2006/relationships/notesSlide" Target="/ppt/notesSlides/notesSlide8.xml" Id="R823cf59e9e8444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8f43e0914468f"/>
          <a:srcRect xmlns:a="http://schemas.openxmlformats.org/drawingml/2006/main" l="11111" t="0" r="11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221E496-AC14-46AA-98CC-43A1D96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8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C85F"/>
                </a:solidFill>
                <a:latin typeface="Arial"/>
                <a:ea typeface="Arial"/>
                <a:cs typeface="Arial"/>
              </a:rPr>
              <a:t>MONDAY ASSESSMENT REVIEW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AD118E-7836-4FDF-83B9-EF7E3188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61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Microsoft Word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 Check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A61FB69-660C-492F-A078-4E75D45A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D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BF5"/>
                </a:solidFill>
                <a:latin typeface="Arial"/>
                <a:ea typeface="Arial"/>
                <a:cs typeface="Arial"/>
              </a:rPr>
              <a:t>Answer first. Then click to check the strategy.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9956D898-5743-4A01-9C7D-BC9331D3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619500" cy="72390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7-minute review</a:t>
            </a:r>
          </a:p>
        </p:txBody>
      </p:sp>
      <p:sp>
        <p:nvSpPr>
          <p:cNvPr id="6" name="Response">
            <a:extLst xmlns:a="http://schemas.openxmlformats.org/drawingml/2006/main">
              <a:ext uri="{FF2B5EF4-FFF2-40B4-BE49-F238E27FC236}">
                <a16:creationId xmlns:a16="http://schemas.microsoft.com/office/drawing/2014/main" id="{4CFCCB1D-BDB4-45DA-9449-74B501E5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 by voice, pointing, or fingers.</a:t>
            </a:r>
          </a:p>
        </p:txBody>
      </p:sp>
    </p:spTree>
    <p:extLst>
      <p:ext uri="{BB962C8B-B14F-4D97-AF65-F5344CB8AC3E}">
        <p14:creationId xmlns:p14="http://schemas.microsoft.com/office/powerpoint/2010/main" val="1813444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a11e6421440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AF6BE5-335F-4648-BDC9-8AEE3D3F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Find the command area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026EFC2E-30A8-486F-A392-7CBD8E3E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You need options for opening, saving, printing, and exporting.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Where do you go?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4A11ADEC-25A0-427F-A98C-4F039D1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 opens Backstage View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221C89A9-E327-43B4-8E73-2EBF50B7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Fast return: press Esc.  Quick check: the Ribbon holds editing tools; File manages the document.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5124304-E9B7-4EAB-8EED-01E69D0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2/8</a:t>
            </a:r>
          </a:p>
        </p:txBody>
      </p:sp>
    </p:spTree>
    <p:extLst>
      <p:ext uri="{BB962C8B-B14F-4D97-AF65-F5344CB8AC3E}">
        <p14:creationId xmlns:p14="http://schemas.microsoft.com/office/powerpoint/2010/main" val="17434431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108fc242a47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77F866-7D8C-4B78-9007-F60DC754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Save the right version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C78509C4-4882-4D5A-A362-4941206E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You opened yesterday’s file. Today’s work needs a new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Save or Save As?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996BA008-250F-45BA-9DBA-E24027CC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9D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As creates the new named version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F23D6559-D125-4763-9F07-A21203E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saving, verify BOTH: the exact filename in angle brackets and the &lt;My Word Projects&gt; folder. Shortcut: Ctrl+Shift+S or F12.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CE6DCE5-4A06-4E99-8DAF-A123471A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3/8</a:t>
            </a:r>
          </a:p>
        </p:txBody>
      </p:sp>
    </p:spTree>
    <p:extLst>
      <p:ext uri="{BB962C8B-B14F-4D97-AF65-F5344CB8AC3E}">
        <p14:creationId xmlns:p14="http://schemas.microsoft.com/office/powerpoint/2010/main" val="19263134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abdb8b31649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2C5DFC-A582-4C51-ABB1-FABE2109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Move or repeat?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5F65D016-F7FE-48E5-B84D-017CDE5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A. Move a paragraph to a new location.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B. Repeat one sentence somewhere else.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Which action fits each job?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D06BEE60-56A4-4B84-9695-AA1EE3D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= Cut + Paste    Repeat = Copy + Paste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4F05CD59-D6E1-4F9A-87A1-030E391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Windows shortcuts: Ctrl+X, Ctrl+C, Ctrl+V. Select only the exact text before using the command.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8EE2517-B0F2-4F41-B058-C143B1E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4/8</a:t>
            </a:r>
          </a:p>
        </p:txBody>
      </p:sp>
    </p:spTree>
    <p:extLst>
      <p:ext uri="{BB962C8B-B14F-4D97-AF65-F5344CB8AC3E}">
        <p14:creationId xmlns:p14="http://schemas.microsoft.com/office/powerpoint/2010/main" val="19306636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68f67fa9148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E56729-4186-40FC-A113-D0AE349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Recover from a mistake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3805C809-46A3-45E9-8520-35CA97F0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You moved text, but it landed in the wrong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What is the fastest safe first move?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812F64F1-D05E-4A6B-8C35-02D6DE8F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Undo reverses the last action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15D7B7A2-7104-4223-A160-8EF16450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Ctrl+Z = Undo.  Ctrl+Y = Redo on Windows. Redo restores an action you just undid.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D51875E-DA8E-4042-B835-E291E56A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5/8</a:t>
            </a:r>
          </a:p>
        </p:txBody>
      </p:sp>
    </p:spTree>
    <p:extLst>
      <p:ext uri="{BB962C8B-B14F-4D97-AF65-F5344CB8AC3E}">
        <p14:creationId xmlns:p14="http://schemas.microsoft.com/office/powerpoint/2010/main" val="18140448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b70fa81ed4d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15CF03-12FD-4AAE-B3E2-17AF9B6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Paragraph setup and proofread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0F7FDD42-B2C5-4194-882F-28983DF6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Your paragraphs need first-line indents, then a final language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What two tools help?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C0AED9EC-F1BC-42C0-B0F6-96D73C9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 at each paragraph start + Spelling and Grammar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22FF6B23-98AB-4062-812A-24275F2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Add Spelling and Grammar to the Quick Access Toolbar if requested. Check every change; do not accept suggestions automatically.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4F218AD-398B-4AE6-9316-E6EE15F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6/8</a:t>
            </a:r>
          </a:p>
        </p:txBody>
      </p:sp>
    </p:spTree>
    <p:extLst>
      <p:ext uri="{BB962C8B-B14F-4D97-AF65-F5344CB8AC3E}">
        <p14:creationId xmlns:p14="http://schemas.microsoft.com/office/powerpoint/2010/main" val="20070663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9c64d16f846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7A1718-4444-4CFB-8D9B-2FA5B586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Preview, PDF, or Share?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5360D38A-F60E-4CE8-BBD2-E146D463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1. Check how pages will look.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2. Create a non-editable copy.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3. Let a teacher access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Name each pathway.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BA948F67-1C3C-4EA3-94A4-77A66792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Print Preview   2 Save as PDF   3 Share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4212A171-AF23-4B65-B78F-E29FF73E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Ctrl+P opens preview. Create a PDF only when directed. Before sharing, check the recipient and permission.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9E237D-D61F-4082-A8A6-16B279F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7/8</a:t>
            </a:r>
          </a:p>
        </p:txBody>
      </p:sp>
    </p:spTree>
    <p:extLst>
      <p:ext uri="{BB962C8B-B14F-4D97-AF65-F5344CB8AC3E}">
        <p14:creationId xmlns:p14="http://schemas.microsoft.com/office/powerpoint/2010/main" val="119091577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85f4c5d7443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7630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22E10D-C394-4F8B-A706-2A17591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30-second retrieval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8E3E59BD-9310-4F0E-8393-42539EF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09600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Hold up the number that matches: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 Move text   2 Repeat text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 Recover an action   4 Preview pages</a:t>
            </a:r>
          </a:p>
        </p:txBody>
      </p:sp>
      <p:sp>
        <p:nvSpPr>
          <p:cNvPr id="4" name="Reveal 1">
            <a:extLst xmlns:a="http://schemas.openxmlformats.org/drawingml/2006/main">
              <a:ext uri="{FF2B5EF4-FFF2-40B4-BE49-F238E27FC236}">
                <a16:creationId xmlns:a16="http://schemas.microsoft.com/office/drawing/2014/main" id="{4610D257-0DBB-4B94-9C2A-A6CF198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96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9D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  Copy   Undo   Print Preview</a:t>
            </a:r>
          </a:p>
        </p:txBody>
      </p:sp>
      <p:sp>
        <p:nvSpPr>
          <p:cNvPr id="5" name="Reveal 2">
            <a:extLst xmlns:a="http://schemas.openxmlformats.org/drawingml/2006/main">
              <a:ext uri="{FF2B5EF4-FFF2-40B4-BE49-F238E27FC236}">
                <a16:creationId xmlns:a16="http://schemas.microsoft.com/office/drawing/2014/main" id="{D4450EB0-0FDF-47A6-8677-EE4BB8D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1049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 check: correct folder, exact filename, complete text, clean formatting, proofread work.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7908F96-1EC5-4253-B63E-8EC6E47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71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18C"/>
                </a:solidFill>
                <a:latin typeface="Arial"/>
                <a:ea typeface="Arial"/>
                <a:cs typeface="Arial"/>
              </a:rPr>
              <a:t>WORD LEVEL 1 REVIEW   8/8</a:t>
            </a:r>
          </a:p>
        </p:txBody>
      </p:sp>
    </p:spTree>
    <p:extLst>
      <p:ext uri="{BB962C8B-B14F-4D97-AF65-F5344CB8AC3E}">
        <p14:creationId xmlns:p14="http://schemas.microsoft.com/office/powerpoint/2010/main" val="10939276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2026-09-18T13:00:01.7270000Z</dcterms:created>
  <dcterms:modified xsi:type="dcterms:W3CDTF">2026-09-18T13:00:01.7270000Z</dcterms:modified>
</coreProperties>
</file>
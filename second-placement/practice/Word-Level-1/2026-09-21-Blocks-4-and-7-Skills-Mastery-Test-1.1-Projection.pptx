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e1537fab5474544" /><Relationship Type="http://schemas.openxmlformats.org/officeDocument/2006/relationships/extended-properties" Target="/docProps/app.xml" Id="Rad21d58004224b6c" /><Relationship Type="http://schemas.openxmlformats.org/officeDocument/2006/relationships/officeDocument" Target="/ppt/presentation.xml" Id="R9648f815653244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b7a879cfe740d8"/>
  </p:sldMasterIdLst>
  <p:notesMasterIdLst>
    <p:notesMasterId xmlns:r="http://schemas.openxmlformats.org/officeDocument/2006/relationships" r:id="R3d0fb2f2ef3b4975"/>
  </p:notesMasterIdLst>
  <p:sldIdLst>
    <p:sldId xmlns:r="http://schemas.openxmlformats.org/officeDocument/2006/relationships" id="256" r:id="R92272a1c6cfe41e9"/>
    <p:sldId xmlns:r="http://schemas.openxmlformats.org/officeDocument/2006/relationships" id="257" r:id="Rd2ee9e8e2b954d33"/>
    <p:sldId xmlns:r="http://schemas.openxmlformats.org/officeDocument/2006/relationships" id="258" r:id="Rdfdb6d223f1c49d4"/>
    <p:sldId xmlns:r="http://schemas.openxmlformats.org/officeDocument/2006/relationships" id="259" r:id="Rb2edc51faf2a4e9e"/>
    <p:sldId xmlns:r="http://schemas.openxmlformats.org/officeDocument/2006/relationships" id="260" r:id="R25ea638138514543"/>
    <p:sldId xmlns:r="http://schemas.openxmlformats.org/officeDocument/2006/relationships" id="261" r:id="Rb7c96fd73b5c41cb"/>
    <p:sldId xmlns:r="http://schemas.openxmlformats.org/officeDocument/2006/relationships" id="262" r:id="Rf844d3e40ce248e4"/>
    <p:sldId xmlns:r="http://schemas.openxmlformats.org/officeDocument/2006/relationships" id="263" r:id="R0be9cc775e1c48e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b973a2c46d49d7" /><Relationship Type="http://schemas.openxmlformats.org/officeDocument/2006/relationships/slideMaster" Target="/ppt/slideMasters/slideMaster1.xml" Id="Rfcb7a879cfe740d8" /><Relationship Type="http://schemas.openxmlformats.org/officeDocument/2006/relationships/notesMaster" Target="/ppt/notesMasters/notesMaster1.xml" Id="R3d0fb2f2ef3b4975" /><Relationship Type="http://schemas.openxmlformats.org/officeDocument/2006/relationships/presProps" Target="/ppt/presProps.xml" Id="R132e52e7d4c24456" /><Relationship Type="http://schemas.openxmlformats.org/officeDocument/2006/relationships/tableStyles" Target="/ppt/tableStyles.xml" Id="R9b31500ddf804190" /><Relationship Type="http://schemas.openxmlformats.org/officeDocument/2006/relationships/slide" Target="/ppt/slides/slide1.xml" Id="R92272a1c6cfe41e9" /><Relationship Type="http://schemas.openxmlformats.org/officeDocument/2006/relationships/slide" Target="/ppt/slides/slide2.xml" Id="Rd2ee9e8e2b954d33" /><Relationship Type="http://schemas.openxmlformats.org/officeDocument/2006/relationships/slide" Target="/ppt/slides/slide3.xml" Id="Rdfdb6d223f1c49d4" /><Relationship Type="http://schemas.openxmlformats.org/officeDocument/2006/relationships/slide" Target="/ppt/slides/slide4.xml" Id="Rb2edc51faf2a4e9e" /><Relationship Type="http://schemas.openxmlformats.org/officeDocument/2006/relationships/slide" Target="/ppt/slides/slide5.xml" Id="R25ea638138514543" /><Relationship Type="http://schemas.openxmlformats.org/officeDocument/2006/relationships/slide" Target="/ppt/slides/slide6.xml" Id="Rb7c96fd73b5c41cb" /><Relationship Type="http://schemas.openxmlformats.org/officeDocument/2006/relationships/slide" Target="/ppt/slides/slide7.xml" Id="Rf844d3e40ce248e4" /><Relationship Type="http://schemas.openxmlformats.org/officeDocument/2006/relationships/slide" Target="/ppt/slides/slide8.xml" Id="R0be9cc775e1c48e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d5bb5dfd0d44b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557e9412774411" /><Relationship Type="http://schemas.openxmlformats.org/officeDocument/2006/relationships/notesMaster" Target="/ppt/notesMasters/notesMaster1.xml" Id="R97b904ec2e9540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3cb7b4d8c4d4fee" /><Relationship Type="http://schemas.openxmlformats.org/officeDocument/2006/relationships/notesMaster" Target="/ppt/notesMasters/notesMaster1.xml" Id="R3fd16d9143e74f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b114a8aa184947" /><Relationship Type="http://schemas.openxmlformats.org/officeDocument/2006/relationships/notesMaster" Target="/ppt/notesMasters/notesMaster1.xml" Id="R786534f0ce8044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d085f0bf8bc4f54" /><Relationship Type="http://schemas.openxmlformats.org/officeDocument/2006/relationships/notesMaster" Target="/ppt/notesMasters/notesMaster1.xml" Id="R5ef1ef3684c14f2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c8258e1eda24849" /><Relationship Type="http://schemas.openxmlformats.org/officeDocument/2006/relationships/notesMaster" Target="/ppt/notesMasters/notesMaster1.xml" Id="R78148761aa9344f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deb3953b9bb4e2f" /><Relationship Type="http://schemas.openxmlformats.org/officeDocument/2006/relationships/notesMaster" Target="/ppt/notesMasters/notesMaster1.xml" Id="R70e0e72b949942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2927c75cda4bf2" /><Relationship Type="http://schemas.openxmlformats.org/officeDocument/2006/relationships/notesMaster" Target="/ppt/notesMasters/notesMaster1.xml" Id="R7a4f6f0ef43a4b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b77767a4f404f82" /><Relationship Type="http://schemas.openxmlformats.org/officeDocument/2006/relationships/notesMaster" Target="/ppt/notesMasters/notesMaster1.xml" Id="R73840bc335e14e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ebedde97fa4a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bc402e7da14b41" /><Relationship Type="http://schemas.openxmlformats.org/officeDocument/2006/relationships/slideLayout" Target="/ppt/slideLayouts/slideLayout1.xml" Id="Ra688776601e449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688776601e449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b64b1cb404723" /><Relationship Type="http://schemas.openxmlformats.org/officeDocument/2006/relationships/notesSlide" Target="/ppt/notesSlides/notesSlide1.xml" Id="R9c2ec411b3ed44f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708739a484d43" /><Relationship Type="http://schemas.openxmlformats.org/officeDocument/2006/relationships/notesSlide" Target="/ppt/notesSlides/notesSlide2.xml" Id="R04e2a05f58eb47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c68c5902db4805" /><Relationship Type="http://schemas.openxmlformats.org/officeDocument/2006/relationships/notesSlide" Target="/ppt/notesSlides/notesSlide3.xml" Id="Rdadf511d27d7486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5e705df4d140ea" /><Relationship Type="http://schemas.openxmlformats.org/officeDocument/2006/relationships/notesSlide" Target="/ppt/notesSlides/notesSlide4.xml" Id="Re47f1d3cd0ad4eb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a22dfa5ead4809" /><Relationship Type="http://schemas.openxmlformats.org/officeDocument/2006/relationships/notesSlide" Target="/ppt/notesSlides/notesSlide5.xml" Id="Rc8f1a442dc724b7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0baa33a0a409b" /><Relationship Type="http://schemas.openxmlformats.org/officeDocument/2006/relationships/notesSlide" Target="/ppt/notesSlides/notesSlide6.xml" Id="R77d08d2fd0de4b8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17a8e7d2c4772" /><Relationship Type="http://schemas.openxmlformats.org/officeDocument/2006/relationships/notesSlide" Target="/ppt/notesSlides/notesSlide7.xml" Id="R3d17afb6ad7e422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386f8f15f04f46" /><Relationship Type="http://schemas.openxmlformats.org/officeDocument/2006/relationships/notesSlide" Target="/ppt/notesSlides/notesSlide8.xml" Id="R26dd8e691ba548a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AD1FEB-3E34-4601-B3F1-1780A1554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2B62DF-1CD2-45B2-A1F7-3E61859F3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TODAY'S ASSESSMENT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D12EDF-FAE3-42C4-BB7C-2D500716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Word Skills Mastery Test 1.1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6C2F9-E793-404A-98E3-193BF326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DF3FA-9E1F-4918-BD25-F83F2CC4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66A83-4663-4E82-91A8-9DF530F2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Read the paper directions. Use these slides only to see the same directions and text more clearly.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91C80F-61A6-48D8-8402-EA05BACAB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9900"/>
            <a:ext cx="8953500" cy="175260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320858-C448-4B6E-AEFC-090A2AB2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219450"/>
            <a:ext cx="828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rPr>
              <a:t>Before you begin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7CE8F9-1680-4265-92BE-DCFA11D2E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676650"/>
            <a:ext cx="8096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698"/>
          </a:bodyPr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Open Microsoft Word.</a:t>
            </a:r>
          </a:p>
          <a:p xmlns:a="http://schemas.openxmlformats.org/drawingml/2006/main">
            <a:pPr algn="ctr"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Keep your test paper beside you.</a:t>
            </a:r>
          </a:p>
          <a:p xmlns:a="http://schemas.openxmlformats.org/drawingml/2006/main">
            <a:pPr algn="ctr">
              <a:def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Work independently and raise your hand if you need clarification.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0D3BC09-0313-4CD4-8092-AD0B678DD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D7D6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D7D63"/>
                </a:solidFill>
                <a:latin typeface="Helvetica Neue"/>
                <a:ea typeface="Helvetica Neue"/>
                <a:cs typeface="Helvetica Neue"/>
              </a:rPr>
              <a:t>The slides make the print larger. They do not replace your test paper.</a:t>
            </a:r>
          </a:p>
        </p:txBody>
      </p:sp>
    </p:spTree>
    <p:extLst>
      <p:ext uri="{BB962C8B-B14F-4D97-AF65-F5344CB8AC3E}">
        <p14:creationId xmlns:p14="http://schemas.microsoft.com/office/powerpoint/2010/main" val="6760148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08A126-F7EE-43D0-9F2F-F9BA5D2C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9D1AFA-6441-4F0D-A08D-B7C50E864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D3E0F3-1A6B-47BE-B070-F48482AD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Start and save your 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38FB15-6FD2-4DEA-B3DB-938216E8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A2AA9-6614-42E2-81B2-F2CC957D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BE823B-C9C4-4EA9-99DB-90D003BA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47700" cy="9525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03DA45-3634-426F-AAFA-986EDAF4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647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9F883D-12BA-4DFB-8AF7-51DAFE4F6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409700"/>
            <a:ext cx="102870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2FFC09-4674-44C8-A115-D0C62C35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466850"/>
            <a:ext cx="98298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Type the document from the Lesson 1 Mastery Skills teacher handout.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FE85D-3BAE-4034-84B3-316DC583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47700" cy="11239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7D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7B2E6-58E3-4030-BB55-DABD8B15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64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058DCE-3EE4-4028-86BE-668733B4D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571750"/>
            <a:ext cx="102870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8105C-812B-465C-AC57-DB5907CAD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628900"/>
            <a:ext cx="98298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Save the document as &lt;Test1.1 Your Name&gt; in your Microsoft Office Word folder.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50F8C-2242-4241-BC6E-CA2998DB6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00500"/>
            <a:ext cx="102870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5CB3A9-7E30-4FA8-9F56-1182A6D0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71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rPr>
              <a:t>File name example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56EA89-8332-4EED-A061-DE2821F36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72000"/>
            <a:ext cx="923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Test1.1 Piter Garcia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3F6E5F5-34F8-4993-98C7-CAA6FADF2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23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24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Replace the example name with your own name.</a:t>
            </a:r>
          </a:p>
        </p:txBody>
      </p:sp>
    </p:spTree>
    <p:extLst>
      <p:ext uri="{BB962C8B-B14F-4D97-AF65-F5344CB8AC3E}">
        <p14:creationId xmlns:p14="http://schemas.microsoft.com/office/powerpoint/2010/main" val="93965702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46CA35-ACAA-46C9-BE2D-04147E5A9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C5104B-1A5A-41C2-BC50-5A8A1706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TEXT TO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057289-7A91-4786-9E89-59E06D202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72CE8D-9F8C-45F3-A8E7-05C703ED6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3D34B-C68C-4C95-8C5F-7D1960015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5E102-8FB0-4F59-AF52-45ADD33F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FCBD22-E6D1-457D-95FA-24BF74BF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2386B6-55EB-4B8C-A9CC-F463BA096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72092D-9B21-481D-8C04-2D9916E7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6299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I dropped my coat and lunch in my office, logged onto my computer, and went down to the first floor to check in with my supervisor. She told me that I would be in charge of collecting dress donations from the staff on Fridays. This was a good reminder to me that I needed to donate myself. The donation varies from charity to charity each week and I like being part of the culture of giving that this place has.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EC173E-88DA-4261-918F-E092CD0FA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rPr>
              <a:t>Type exactly what you see. Keep this as one paragraph.</a:t>
            </a:r>
          </a:p>
        </p:txBody>
      </p:sp>
    </p:spTree>
    <p:extLst>
      <p:ext uri="{BB962C8B-B14F-4D97-AF65-F5344CB8AC3E}">
        <p14:creationId xmlns:p14="http://schemas.microsoft.com/office/powerpoint/2010/main" val="7279074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377609-7ED0-4E1A-8DC2-181CC228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86B18-FDE0-4602-A4B2-E6975A5D5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TEXT TO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22CE6E-D517-49B6-9790-2F902599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93BD00-279E-40AD-8A4D-9BB5973A9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89F324-850F-4A4E-B407-A868D40B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EF7BCB-6935-48CB-BCBE-D6E5F932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AC3A9-4458-4CD5-8B65-0A08069B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8E5C48-23A5-4D75-8A2A-A09B9B786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19D14-008E-44A5-9C3E-77821015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6299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In an effort to reflect on a typical day of internship in the science lab I am interning at this semester, I have described in detail what I did/saw/thought about. Today I arrived at internship later than usual. I was stressed about walking into the building late and had trouble settling into my day. Staff was recently reminded that they should arrive 10 minutes prior to their shift and I was pulling into the parking lot around that time. Normally I arrive 15 minutes early. Not a big difference, but I felt off.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0CC932-D583-4C11-BBA1-1EC85062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rPr>
              <a:t>Type exactly what you see. Keep this as one paragraph.</a:t>
            </a:r>
          </a:p>
        </p:txBody>
      </p:sp>
    </p:spTree>
    <p:extLst>
      <p:ext uri="{BB962C8B-B14F-4D97-AF65-F5344CB8AC3E}">
        <p14:creationId xmlns:p14="http://schemas.microsoft.com/office/powerpoint/2010/main" val="1292894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70D84-73E9-4B7A-8717-56FEA5388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2560A1-3A79-44BA-BE41-B47F01B5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TEXT TO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022941-02CC-4E98-8A27-E8875143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3 — first half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93FC8C-B5FE-40E4-8678-4DECCAA0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1357F-D3D3-4452-9BA6-34C9CEBF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D18AE8-6702-4857-BC91-643B210DF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8249E2B-2C56-4244-BC68-687AF3F57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3B8B61-0E6F-4618-9841-7BE1D721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DF080B-7B08-4B62-83C1-2730ADDAD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6299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Although the process of entering experiment data does seem monotonous some days, I can appreciate the need to be thorough and precise with the records that I keep. I then came back up to my desk to check email. Next, I proceeded to update my experiment results into the spreadsheet I keep. While doing this, I noticed some results were not complete with all of the required detail, so I did that. This also prompted me to look back at my notes from last week.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0EBA5-6A74-47C0-97B2-9B75918B2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rPr>
              <a:t>Type exactly what you see. Keep this as one paragraph.</a:t>
            </a:r>
          </a:p>
        </p:txBody>
      </p:sp>
    </p:spTree>
    <p:extLst>
      <p:ext uri="{BB962C8B-B14F-4D97-AF65-F5344CB8AC3E}">
        <p14:creationId xmlns:p14="http://schemas.microsoft.com/office/powerpoint/2010/main" val="14269553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58D98-A46B-447A-9F7A-3F8E22BD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92B06D-0272-47DA-9E59-D7374C3D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TEXT TO 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FAC609-8D68-4971-BA8C-4879275C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Paragraph 3 — continued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8CD0A2-35AE-486A-BE78-FC4471EA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7BA89-DDE9-4B3F-9530-A2E7F140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55C2B1-EA17-4D4A-A925-13C14AE3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314450"/>
            <a:ext cx="11201400" cy="4667250"/>
          </a:xfrm>
          <a:prstGeom xmlns:a="http://schemas.openxmlformats.org/drawingml/2006/main" prst="roundRect">
            <a:avLst>
              <a:gd name="adj" fmla="val 1633"/>
            </a:avLst>
          </a:prstGeom>
          <a:solidFill xmlns:a="http://schemas.openxmlformats.org/drawingml/2006/main">
            <a:srgbClr val="F5FAF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2A15DE-2CE8-4EF1-B6DB-883A56B53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FE4948-48B9-44E2-8D11-C721201E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04950"/>
            <a:ext cx="1809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05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SAME PARAGRAPH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1A4E3D-3DDC-45C4-A975-4129D890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06299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My thoughts turned to providing myself with a check off sheet so that I will not miss the necessary elements next time. I had a few moments when I wondered if my supervisor would want to see that sheet and use it for other interns. I want to be sure I understand the process perfectly for keeping experiment records since I know this is serious work. I know my supervisor will value the time I took to document the process of entering experiment data. She has told me over and over again how good record keeping is an important part of being an experimental scientist.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D38AFF-89B9-49AB-AC0F-D60EB9C66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6265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F6F8B"/>
                </a:solidFill>
                <a:latin typeface="Helvetica Neue"/>
                <a:ea typeface="Helvetica Neue"/>
                <a:cs typeface="Helvetica Neue"/>
              </a:rPr>
              <a:t>Type exactly what you see. Keep this as one paragraph.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0748D-54AE-4D6D-AC35-C63F5D47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5049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56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9A6200"/>
                </a:solidFill>
                <a:latin typeface="Helvetica Neue"/>
                <a:ea typeface="Helvetica Neue"/>
                <a:cs typeface="Helvetica Neue"/>
              </a:rPr>
              <a:t>Continue immediately after “last week.” Do not press Enter.</a:t>
            </a:r>
          </a:p>
        </p:txBody>
      </p:sp>
    </p:spTree>
    <p:extLst>
      <p:ext uri="{BB962C8B-B14F-4D97-AF65-F5344CB8AC3E}">
        <p14:creationId xmlns:p14="http://schemas.microsoft.com/office/powerpoint/2010/main" val="14282139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D1D08E9-CBE2-4E8A-9969-CFC4C9AE9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36FE7E-4C63-44BB-9771-AEE7C14CF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DIRECTIONS 3–7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8596C2-38AE-4795-AB7B-B6511C544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Edit and format the document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4A25E6-8FE4-428C-9684-0B96F8D99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62831F-1885-4440-A3BD-7E89B214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668693-14CB-4119-B8D4-3B68E3211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647700" cy="8382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56A9-89BC-4E56-A6C2-7C21DB6B4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64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CDFA63-8A14-446C-8034-24BF37F5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14450"/>
            <a:ext cx="1028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342C4-0619-49C6-B3C2-78E5131D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71600"/>
            <a:ext cx="982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Cut the first paragraph and paste it after the second paragraph. Remove any blank lines between paragraphs.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2D518-E5D0-49FB-AED0-3B057C72D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647700" cy="8382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7D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8857F-6F96-4820-989A-F9F6AE24C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66950"/>
            <a:ext cx="64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E2FED5-9FAB-402C-8474-24B4E9239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102870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A1718-15AF-480C-8A00-1B8C2E680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324100"/>
            <a:ext cx="9829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Copy the opening sentence in the last paragraph and paste it at the end of the last paragraph.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FEF505-4A74-490C-8C60-8C00D6D6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47700" cy="7429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A273E0-3BB6-47A6-827C-AA78874F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19450"/>
            <a:ext cx="64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8CB1D-C454-4296-BF53-940F0AE8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A82770-FCF1-446F-9953-3C2897C4A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27660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Undo the previous step so the sentence is not repeated at the end of the last paragraph.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BF224B-8590-47B0-850D-4B6F953F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647700" cy="7429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7D6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D4CACE-BFBB-4F3E-8C01-18E8068B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76700"/>
            <a:ext cx="6477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8BCEF2-ECEB-43E5-BBD1-57308A896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076700"/>
            <a:ext cx="10287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90E5C2-0132-47C6-994A-14EB4275E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133850"/>
            <a:ext cx="9829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Redo the previous step so the sentence is repeated at the end of the last paragraph.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5C1A9-7FC7-4B70-B92B-8D2F6DB1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47700" cy="6667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C9ADD9-4990-49D6-A688-B2B2DE7C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33950"/>
            <a:ext cx="647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B4C6FE-D6AB-41A7-ABDA-41DFA2630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33950"/>
            <a:ext cx="102870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DE1E69-A1B7-4088-96E4-6654AA142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991100"/>
            <a:ext cx="982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Indent each paragraph.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C508C9-8E6D-463C-91DD-44A62209A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Follow the numbered order. Complete one step before moving to the next.</a:t>
            </a:r>
          </a:p>
        </p:txBody>
      </p:sp>
    </p:spTree>
    <p:extLst>
      <p:ext uri="{BB962C8B-B14F-4D97-AF65-F5344CB8AC3E}">
        <p14:creationId xmlns:p14="http://schemas.microsoft.com/office/powerpoint/2010/main" val="197451645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1AE9DC-965A-4E72-A2A8-DB2B9972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6E4A60-9228-4E0B-8F0B-374D7874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14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5B942"/>
                </a:solidFill>
                <a:latin typeface="Helvetica Neue"/>
                <a:ea typeface="Helvetica Neue"/>
                <a:cs typeface="Helvetica Neue"/>
              </a:rPr>
              <a:t>DIRECTIONS 8–12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CF203B-EA38-43D3-985D-BDBCF7F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8625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Finish and submit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09B8E9-BB95-489F-A74F-1F1EE9EA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28600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 / 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4411C-3A0B-4CDF-B1A4-63A109C4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B6873"/>
                </a:solidFill>
                <a:latin typeface="Helvetica Neue"/>
                <a:ea typeface="Helvetica Neue"/>
                <a:cs typeface="Helvetica Neue"/>
              </a:rPr>
              <a:t>Blocks 4 &amp; 7  |  Skills Mastery Test 1.1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435829-156C-4B13-B5B0-FC7A2353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647700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129FB5-0588-49B1-975E-44D84539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14450"/>
            <a:ext cx="647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B961B2-761F-4D70-A300-B9CE8ECE6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31445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5B0E43-8F23-4FF5-9A47-6688CD786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137160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Carefully proofread the document. Make sure AutoSave is 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722A9-C293-4832-9646-1E295C52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647700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7D6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4E5427-3FAF-460F-95A1-42464D502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647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34FADB-353D-4039-BACF-D32B6B43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13360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4622E7-104E-45E4-A5FC-7CF8823D5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219075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Add Spelling and Grammar to the Quick Access Toolbar.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50EDD8-008F-44E2-91B7-41938E1A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647700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A4BEFA-FDF6-4FA3-927E-8C86DE48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647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5CA09E-6468-42FB-B121-A4E303D35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5275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675E3-954A-4B1E-B805-139E8570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00990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Save the document as a PDF in your Word folder.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A9F46-539D-43D9-A2A1-514E208F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647700" cy="7048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2D7D6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FD51C-4BA1-42BF-B5B9-5BFEBDB8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71900"/>
            <a:ext cx="6477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6FFC4C-B58C-4D15-81CE-3D31DEA9F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71900"/>
            <a:ext cx="10287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8B47F-3A19-4700-B57E-E982BCCB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829050"/>
            <a:ext cx="9829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Share the document with Mr. Flanagan for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943152-3EEC-4A19-874E-AB39DBC78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47700" cy="857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1F6F8B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3B0AFC-1944-422E-8733-1BC4C57D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6477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F287AD-AEE9-4FCE-B2ED-2D6AA74A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102870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AF6FA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EAB8819-2475-44BA-8BC3-4F43F43D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48200"/>
            <a:ext cx="98298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Bring your computer with the saved document to Mr. Flanagan for review.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D3DA84-8CBB-4083-83A6-667874233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7E3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0861DE-C980-424E-BB44-AE23A200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245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D52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7D5200"/>
                </a:solidFill>
                <a:latin typeface="Helvetica Neue"/>
                <a:ea typeface="Helvetica Neue"/>
                <a:cs typeface="Helvetica Neue"/>
              </a:rPr>
              <a:t>Before you finish: check the file name, Word file, PDF, and sharing step.</a:t>
            </a:r>
          </a:p>
        </p:txBody>
      </p:sp>
    </p:spTree>
    <p:extLst>
      <p:ext uri="{BB962C8B-B14F-4D97-AF65-F5344CB8AC3E}">
        <p14:creationId xmlns:p14="http://schemas.microsoft.com/office/powerpoint/2010/main" val="9729679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2026-09-21T11:40:54.3310000Z</dcterms:created>
  <dcterms:modified xsi:type="dcterms:W3CDTF">2026-09-21T11:40:54.3310000Z</dcterms:modified>
</coreProperties>
</file>
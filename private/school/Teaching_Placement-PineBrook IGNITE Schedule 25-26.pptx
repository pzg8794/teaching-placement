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3D7AB2-B90E-4F60-BD84-091D4A6D9829}">
  <a:tblStyle styleId="{E83D7AB2-B90E-4F60-BD84-091D4A6D98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f7edbabaae_0_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f7edbabaa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7edbabaae_0_1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7edbabaa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f7edbabaae_0_2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f7edbabaa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7edbabaae_0_2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7edbabaa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469325" y="21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{E83D7AB2-B90E-4F60-BD84-091D4A6D9829}</a:tableStyleId>
              </a:tblPr>
              <a:tblGrid>
                <a:gridCol w="2769225"/>
                <a:gridCol w="4262200"/>
              </a:tblGrid>
              <a:tr h="12073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0"/>
                        <a:t>Day 1</a:t>
                      </a:r>
                      <a:endParaRPr sz="5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</a:tr>
              <a:tr h="120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9:00 - 9:50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Flex Block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20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9:50 - 10:40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12:1+(3:1)</a:t>
                      </a:r>
                      <a:endParaRPr sz="51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20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10:45 - 11:35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Callon (2)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20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11:35 - 12:25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Lunch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20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12:25 - 1:15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</a:rPr>
                        <a:t>Justinger (K)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20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1:15 - 2:10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Baris (4)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20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2:15 - 3:05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Henchen </a:t>
                      </a: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(2)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14"/>
          <p:cNvGraphicFramePr/>
          <p:nvPr/>
        </p:nvGraphicFramePr>
        <p:xfrm>
          <a:off x="469325" y="21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{E83D7AB2-B90E-4F60-BD84-091D4A6D9829}</a:tableStyleId>
              </a:tblPr>
              <a:tblGrid>
                <a:gridCol w="2769225"/>
                <a:gridCol w="4262200"/>
              </a:tblGrid>
              <a:tr h="1190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0"/>
                        <a:t>Day 2</a:t>
                      </a:r>
                      <a:endParaRPr sz="5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9:00 - 9:50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Flex Block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9:50 - 10:40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12:1+(3:1)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10:45 - 11:35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Pickett (5)</a:t>
                      </a:r>
                      <a:endParaRPr sz="3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11:35 - 12:25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Lunch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12:25 - 1:15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Kesys (K)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1:15 - 2:10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</a:rPr>
                        <a:t>Fowler (4)</a:t>
                      </a:r>
                      <a:endParaRPr sz="3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3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2:15 - 3:05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Planning</a:t>
                      </a:r>
                      <a:endParaRPr sz="3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3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Google Shape;64;p15"/>
          <p:cNvGraphicFramePr/>
          <p:nvPr/>
        </p:nvGraphicFramePr>
        <p:xfrm>
          <a:off x="469325" y="21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{E83D7AB2-B90E-4F60-BD84-091D4A6D9829}</a:tableStyleId>
              </a:tblPr>
              <a:tblGrid>
                <a:gridCol w="2769225"/>
                <a:gridCol w="4262200"/>
              </a:tblGrid>
              <a:tr h="1190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0"/>
                        <a:t>Day 3</a:t>
                      </a:r>
                      <a:endParaRPr sz="5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9:00 - 9:50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Flex Block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9:50 - 10:40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Lamanaco (3)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10:45 - 11:35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McGlashon (5)</a:t>
                      </a:r>
                      <a:endParaRPr sz="3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11:35 - 12:25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Lunch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12:25 - 1:15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Gargana (1)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1:15 - 2:10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Schrank (4)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2:15 - 3:05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Polfleit (1)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16"/>
          <p:cNvGraphicFramePr/>
          <p:nvPr/>
        </p:nvGraphicFramePr>
        <p:xfrm>
          <a:off x="469325" y="21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{E83D7AB2-B90E-4F60-BD84-091D4A6D9829}</a:tableStyleId>
              </a:tblPr>
              <a:tblGrid>
                <a:gridCol w="2769225"/>
                <a:gridCol w="4262200"/>
              </a:tblGrid>
              <a:tr h="1190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0"/>
                        <a:t>Day 4</a:t>
                      </a:r>
                      <a:endParaRPr sz="5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9:00 - 9:50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Flex Block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9:50 - 10:40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Lallucci (3)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10:45 - 11:35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Barthelman (2)</a:t>
                      </a:r>
                      <a:endParaRPr sz="3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11:35 - 12:25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Lunch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12:25 - 1:15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Pum (K)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1:15 - 2:10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Autore (4)</a:t>
                      </a:r>
                      <a:endParaRPr baseline="30000" sz="3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30000" sz="3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2:15 - 3:05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PLC BLOCK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Google Shape;74;p17"/>
          <p:cNvGraphicFramePr/>
          <p:nvPr/>
        </p:nvGraphicFramePr>
        <p:xfrm>
          <a:off x="469325" y="21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{E83D7AB2-B90E-4F60-BD84-091D4A6D9829}</a:tableStyleId>
              </a:tblPr>
              <a:tblGrid>
                <a:gridCol w="2769225"/>
                <a:gridCol w="4262200"/>
              </a:tblGrid>
              <a:tr h="1190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0"/>
                        <a:t>Day 5</a:t>
                      </a:r>
                      <a:endParaRPr sz="5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9:00 - 9:50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Flex Block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9:50 - 10:40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</a:rPr>
                        <a:t>Regelsberger (3)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10:45 - 11:35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</a:rPr>
                        <a:t>Pecora (5)</a:t>
                      </a:r>
                      <a:endParaRPr sz="3000"/>
                    </a:p>
                  </a:txBody>
                  <a:tcPr marT="0" marB="0" marR="63500" marL="6350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11:35 - 12:25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Lunch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12:25 - 1:15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</a:rPr>
                        <a:t>Montgomery (1)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1:15 - 2:10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</a:rPr>
                        <a:t>Planning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9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/>
                        <a:t>2:15 - 3:05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</a:rPr>
                        <a:t>Tandoi (3)</a:t>
                      </a:r>
                      <a:endParaRPr sz="30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